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9"/>
  </p:notesMasterIdLst>
  <p:sldIdLst>
    <p:sldId id="256" r:id="rId4"/>
    <p:sldId id="257" r:id="rId5"/>
    <p:sldId id="258" r:id="rId6"/>
    <p:sldId id="259" r:id="rId7"/>
    <p:sldId id="260" r:id="rId8"/>
  </p:sldIdLst>
  <p:sldSz cx="18288000" cy="10287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74" d="100"/>
          <a:sy n="74" d="100"/>
        </p:scale>
        <p:origin x="-1092" y="-90"/>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notesMaster" Target="notesMasters/notesMaster1.xml"/><Relationship Id="rId10" Type="http://schemas.openxmlformats.org/officeDocument/2006/relationships/presProps" Target="presProps.xml" /><Relationship Id="rId11" Type="http://schemas.openxmlformats.org/officeDocument/2006/relationships/tableStyles" Target="tableStyles.xml" /><Relationship Id="rId12"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279954836"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210099736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40965048"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595780741"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200058773"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468532485"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437725255" name="Slide Image Placeholder 1"/>
          <p:cNvSpPr>
            <a:spLocks noChangeAspect="1" noGrp="1" noRot="1"/>
          </p:cNvSpPr>
          <p:nvPr>
            <p:ph type="sldImg"/>
          </p:nvPr>
        </p:nvSpPr>
        <p:spPr bwMode="auto"/>
      </p:sp>
      <p:sp>
        <p:nvSpPr>
          <p:cNvPr id="1179280638" name="Notes Placeholder 2"/>
          <p:cNvSpPr>
            <a:spLocks noGrp="1"/>
          </p:cNvSpPr>
          <p:nvPr>
            <p:ph type="body" idx="1"/>
          </p:nvPr>
        </p:nvSpPr>
        <p:spPr bwMode="auto"/>
        <p:txBody>
          <a:bodyPr/>
          <a:lstStyle/>
          <a:p>
            <a:pPr>
              <a:defRPr/>
            </a:pPr>
            <a:endParaRPr/>
          </a:p>
        </p:txBody>
      </p:sp>
      <p:sp>
        <p:nvSpPr>
          <p:cNvPr id="1780440369" name="Slide Number Placeholder 3"/>
          <p:cNvSpPr>
            <a:spLocks noGrp="1"/>
          </p:cNvSpPr>
          <p:nvPr>
            <p:ph type="sldNum" sz="quarter" idx="10"/>
          </p:nvPr>
        </p:nvSpPr>
        <p:spPr bwMode="auto"/>
        <p:txBody>
          <a:bodyPr/>
          <a:lstStyle/>
          <a:p>
            <a:pPr>
              <a:defRPr/>
            </a:pPr>
            <a:fld id="{46A7AADD-8C24-0EAB-6C26-53D1D1AF95F5}"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15232923" name="Slide Image Placeholder 1"/>
          <p:cNvSpPr>
            <a:spLocks noChangeAspect="1" noGrp="1" noRot="1"/>
          </p:cNvSpPr>
          <p:nvPr>
            <p:ph type="sldImg"/>
          </p:nvPr>
        </p:nvSpPr>
        <p:spPr bwMode="auto"/>
      </p:sp>
      <p:sp>
        <p:nvSpPr>
          <p:cNvPr id="1663213729" name="Notes Placeholder 2"/>
          <p:cNvSpPr>
            <a:spLocks noGrp="1"/>
          </p:cNvSpPr>
          <p:nvPr>
            <p:ph type="body" idx="1"/>
          </p:nvPr>
        </p:nvSpPr>
        <p:spPr bwMode="auto"/>
        <p:txBody>
          <a:bodyPr/>
          <a:lstStyle/>
          <a:p>
            <a:pPr>
              <a:defRPr/>
            </a:pPr>
            <a:endParaRPr/>
          </a:p>
        </p:txBody>
      </p:sp>
      <p:sp>
        <p:nvSpPr>
          <p:cNvPr id="1903198181" name="Slide Number Placeholder 3"/>
          <p:cNvSpPr>
            <a:spLocks noGrp="1"/>
          </p:cNvSpPr>
          <p:nvPr>
            <p:ph type="sldNum" sz="quarter" idx="10"/>
          </p:nvPr>
        </p:nvSpPr>
        <p:spPr bwMode="auto"/>
        <p:txBody>
          <a:bodyPr/>
          <a:lstStyle/>
          <a:p>
            <a:pPr>
              <a:defRPr/>
            </a:pPr>
            <a:fld id="{1D437299-E8F1-D34D-CFB8-CABFD67D3805}"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18456477" name="Slide Image Placeholder 1"/>
          <p:cNvSpPr>
            <a:spLocks noChangeAspect="1" noGrp="1" noRot="1"/>
          </p:cNvSpPr>
          <p:nvPr>
            <p:ph type="sldImg"/>
          </p:nvPr>
        </p:nvSpPr>
        <p:spPr bwMode="auto"/>
      </p:sp>
      <p:sp>
        <p:nvSpPr>
          <p:cNvPr id="717695674" name="Notes Placeholder 2"/>
          <p:cNvSpPr>
            <a:spLocks noGrp="1"/>
          </p:cNvSpPr>
          <p:nvPr>
            <p:ph type="body" idx="1"/>
          </p:nvPr>
        </p:nvSpPr>
        <p:spPr bwMode="auto"/>
        <p:txBody>
          <a:bodyPr/>
          <a:lstStyle/>
          <a:p>
            <a:pPr>
              <a:defRPr/>
            </a:pPr>
            <a:endParaRPr/>
          </a:p>
        </p:txBody>
      </p:sp>
      <p:sp>
        <p:nvSpPr>
          <p:cNvPr id="826202063" name="Slide Number Placeholder 3"/>
          <p:cNvSpPr>
            <a:spLocks noGrp="1"/>
          </p:cNvSpPr>
          <p:nvPr>
            <p:ph type="sldNum" sz="quarter" idx="10"/>
          </p:nvPr>
        </p:nvSpPr>
        <p:spPr bwMode="auto"/>
        <p:txBody>
          <a:bodyPr/>
          <a:lstStyle/>
          <a:p>
            <a:pPr>
              <a:defRPr/>
            </a:pPr>
            <a:fld id="{6D9DF03A-6EA6-B623-DBCC-00768EE87AB8}"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523811677" name="Slide Image Placeholder 1"/>
          <p:cNvSpPr>
            <a:spLocks noChangeAspect="1" noGrp="1" noRot="1"/>
          </p:cNvSpPr>
          <p:nvPr>
            <p:ph type="sldImg"/>
          </p:nvPr>
        </p:nvSpPr>
        <p:spPr bwMode="auto"/>
      </p:sp>
      <p:sp>
        <p:nvSpPr>
          <p:cNvPr id="1103082376" name="Notes Placeholder 2"/>
          <p:cNvSpPr>
            <a:spLocks noGrp="1"/>
          </p:cNvSpPr>
          <p:nvPr>
            <p:ph type="body" idx="1"/>
          </p:nvPr>
        </p:nvSpPr>
        <p:spPr bwMode="auto"/>
        <p:txBody>
          <a:bodyPr/>
          <a:lstStyle/>
          <a:p>
            <a:pPr>
              <a:defRPr/>
            </a:pPr>
            <a:endParaRPr/>
          </a:p>
        </p:txBody>
      </p:sp>
      <p:sp>
        <p:nvSpPr>
          <p:cNvPr id="11250091" name="Slide Number Placeholder 3"/>
          <p:cNvSpPr>
            <a:spLocks noGrp="1"/>
          </p:cNvSpPr>
          <p:nvPr>
            <p:ph type="sldNum" sz="quarter" idx="10"/>
          </p:nvPr>
        </p:nvSpPr>
        <p:spPr bwMode="auto"/>
        <p:txBody>
          <a:bodyPr/>
          <a:lstStyle/>
          <a:p>
            <a:pPr>
              <a:defRPr/>
            </a:pPr>
            <a:fld id="{5CAC895E-9AD7-2706-A79A-8804122E964C}"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61827695" name="Slide Image Placeholder 1"/>
          <p:cNvSpPr>
            <a:spLocks noChangeAspect="1" noGrp="1" noRot="1"/>
          </p:cNvSpPr>
          <p:nvPr>
            <p:ph type="sldImg"/>
          </p:nvPr>
        </p:nvSpPr>
        <p:spPr bwMode="auto"/>
      </p:sp>
      <p:sp>
        <p:nvSpPr>
          <p:cNvPr id="610476733" name="Notes Placeholder 2"/>
          <p:cNvSpPr>
            <a:spLocks noGrp="1"/>
          </p:cNvSpPr>
          <p:nvPr>
            <p:ph type="body" idx="1"/>
          </p:nvPr>
        </p:nvSpPr>
        <p:spPr bwMode="auto"/>
        <p:txBody>
          <a:bodyPr/>
          <a:lstStyle/>
          <a:p>
            <a:pPr>
              <a:defRPr/>
            </a:pPr>
            <a:endParaRPr/>
          </a:p>
        </p:txBody>
      </p:sp>
      <p:sp>
        <p:nvSpPr>
          <p:cNvPr id="1933740393" name="Slide Number Placeholder 3"/>
          <p:cNvSpPr>
            <a:spLocks noGrp="1"/>
          </p:cNvSpPr>
          <p:nvPr>
            <p:ph type="sldNum" sz="quarter" idx="10"/>
          </p:nvPr>
        </p:nvSpPr>
        <p:spPr bwMode="auto"/>
        <p:txBody>
          <a:bodyPr/>
          <a:lstStyle/>
          <a:p>
            <a:pPr>
              <a:defRPr/>
            </a:pPr>
            <a:fld id="{C6DEF75C-1CEE-2F7D-D92A-A15069B2156E}"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579389781"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lang="en-US"/>
          </a:p>
        </p:txBody>
      </p:sp>
      <p:sp>
        <p:nvSpPr>
          <p:cNvPr id="1297624863"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lang="en-US"/>
          </a:p>
        </p:txBody>
      </p:sp>
      <p:sp>
        <p:nvSpPr>
          <p:cNvPr id="1375842150"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080555145" name="Footer Placeholder 4"/>
          <p:cNvSpPr>
            <a:spLocks noGrp="1"/>
          </p:cNvSpPr>
          <p:nvPr>
            <p:ph type="ftr" sz="quarter" idx="11"/>
          </p:nvPr>
        </p:nvSpPr>
        <p:spPr bwMode="auto"/>
        <p:txBody>
          <a:bodyPr/>
          <a:lstStyle/>
          <a:p>
            <a:pPr>
              <a:defRPr/>
            </a:pPr>
            <a:endParaRPr lang="en-US"/>
          </a:p>
        </p:txBody>
      </p:sp>
      <p:sp>
        <p:nvSpPr>
          <p:cNvPr id="2010465807"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037615360" name="Title 1"/>
          <p:cNvSpPr>
            <a:spLocks noGrp="1"/>
          </p:cNvSpPr>
          <p:nvPr>
            <p:ph type="title"/>
          </p:nvPr>
        </p:nvSpPr>
        <p:spPr bwMode="auto"/>
        <p:txBody>
          <a:bodyPr/>
          <a:lstStyle/>
          <a:p>
            <a:pPr>
              <a:defRPr/>
            </a:pPr>
            <a:r>
              <a:rPr lang="en-US"/>
              <a:t>Click to edit Master title style</a:t>
            </a:r>
            <a:endParaRPr lang="en-US"/>
          </a:p>
        </p:txBody>
      </p:sp>
      <p:sp>
        <p:nvSpPr>
          <p:cNvPr id="427283569"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95949619"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204866671" name="Footer Placeholder 4"/>
          <p:cNvSpPr>
            <a:spLocks noGrp="1"/>
          </p:cNvSpPr>
          <p:nvPr>
            <p:ph type="ftr" sz="quarter" idx="11"/>
          </p:nvPr>
        </p:nvSpPr>
        <p:spPr bwMode="auto"/>
        <p:txBody>
          <a:bodyPr/>
          <a:lstStyle/>
          <a:p>
            <a:pPr>
              <a:defRPr/>
            </a:pPr>
            <a:endParaRPr lang="en-US"/>
          </a:p>
        </p:txBody>
      </p:sp>
      <p:sp>
        <p:nvSpPr>
          <p:cNvPr id="1695932569"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538348207"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lang="en-US"/>
          </a:p>
        </p:txBody>
      </p:sp>
      <p:sp>
        <p:nvSpPr>
          <p:cNvPr id="224973724"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462539868"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359168239" name="Footer Placeholder 4"/>
          <p:cNvSpPr>
            <a:spLocks noGrp="1"/>
          </p:cNvSpPr>
          <p:nvPr>
            <p:ph type="ftr" sz="quarter" idx="11"/>
          </p:nvPr>
        </p:nvSpPr>
        <p:spPr bwMode="auto"/>
        <p:txBody>
          <a:bodyPr/>
          <a:lstStyle/>
          <a:p>
            <a:pPr>
              <a:defRPr/>
            </a:pPr>
            <a:endParaRPr lang="en-US"/>
          </a:p>
        </p:txBody>
      </p:sp>
      <p:sp>
        <p:nvSpPr>
          <p:cNvPr id="827382724"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728724831" name="Title 1"/>
          <p:cNvSpPr>
            <a:spLocks noGrp="1"/>
          </p:cNvSpPr>
          <p:nvPr>
            <p:ph type="title"/>
          </p:nvPr>
        </p:nvSpPr>
        <p:spPr bwMode="auto"/>
        <p:txBody>
          <a:bodyPr/>
          <a:lstStyle/>
          <a:p>
            <a:pPr>
              <a:defRPr/>
            </a:pPr>
            <a:r>
              <a:rPr lang="en-US"/>
              <a:t>Click to edit Master title style</a:t>
            </a:r>
            <a:endParaRPr lang="en-US"/>
          </a:p>
        </p:txBody>
      </p:sp>
      <p:sp>
        <p:nvSpPr>
          <p:cNvPr id="999032904"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357253540"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0174461"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894459051" name="Footer Placeholder 5"/>
          <p:cNvSpPr>
            <a:spLocks noGrp="1"/>
          </p:cNvSpPr>
          <p:nvPr>
            <p:ph type="ftr" sz="quarter" idx="11"/>
          </p:nvPr>
        </p:nvSpPr>
        <p:spPr bwMode="auto"/>
        <p:txBody>
          <a:bodyPr/>
          <a:lstStyle/>
          <a:p>
            <a:pPr>
              <a:defRPr/>
            </a:pPr>
            <a:endParaRPr lang="en-US"/>
          </a:p>
        </p:txBody>
      </p:sp>
      <p:sp>
        <p:nvSpPr>
          <p:cNvPr id="1274815714"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632806721" name="Title 1"/>
          <p:cNvSpPr>
            <a:spLocks noGrp="1"/>
          </p:cNvSpPr>
          <p:nvPr>
            <p:ph type="title"/>
          </p:nvPr>
        </p:nvSpPr>
        <p:spPr bwMode="auto"/>
        <p:txBody>
          <a:bodyPr/>
          <a:lstStyle>
            <a:lvl1pPr>
              <a:defRPr/>
            </a:lvl1pPr>
          </a:lstStyle>
          <a:p>
            <a:pPr>
              <a:defRPr/>
            </a:pPr>
            <a:r>
              <a:rPr lang="en-US"/>
              <a:t>Click to edit Master title style</a:t>
            </a:r>
            <a:endParaRPr lang="en-US"/>
          </a:p>
        </p:txBody>
      </p:sp>
      <p:sp>
        <p:nvSpPr>
          <p:cNvPr id="1781715856"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52972772"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00314256"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358818672"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561207561" name="Date Placeholder 6"/>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456540720" name="Footer Placeholder 7"/>
          <p:cNvSpPr>
            <a:spLocks noGrp="1"/>
          </p:cNvSpPr>
          <p:nvPr>
            <p:ph type="ftr" sz="quarter" idx="11"/>
          </p:nvPr>
        </p:nvSpPr>
        <p:spPr bwMode="auto"/>
        <p:txBody>
          <a:bodyPr/>
          <a:lstStyle/>
          <a:p>
            <a:pPr>
              <a:defRPr/>
            </a:pPr>
            <a:endParaRPr lang="en-US"/>
          </a:p>
        </p:txBody>
      </p:sp>
      <p:sp>
        <p:nvSpPr>
          <p:cNvPr id="1401566704"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868895424" name="Title 1"/>
          <p:cNvSpPr>
            <a:spLocks noGrp="1"/>
          </p:cNvSpPr>
          <p:nvPr>
            <p:ph type="title"/>
          </p:nvPr>
        </p:nvSpPr>
        <p:spPr bwMode="auto"/>
        <p:txBody>
          <a:bodyPr/>
          <a:lstStyle/>
          <a:p>
            <a:pPr>
              <a:defRPr/>
            </a:pPr>
            <a:r>
              <a:rPr lang="en-US"/>
              <a:t>Click to edit Master title style</a:t>
            </a:r>
            <a:endParaRPr lang="en-US"/>
          </a:p>
        </p:txBody>
      </p:sp>
      <p:sp>
        <p:nvSpPr>
          <p:cNvPr id="1872525746" name="Date Placeholder 2"/>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213335836" name="Footer Placeholder 3"/>
          <p:cNvSpPr>
            <a:spLocks noGrp="1"/>
          </p:cNvSpPr>
          <p:nvPr>
            <p:ph type="ftr" sz="quarter" idx="11"/>
          </p:nvPr>
        </p:nvSpPr>
        <p:spPr bwMode="auto"/>
        <p:txBody>
          <a:bodyPr/>
          <a:lstStyle/>
          <a:p>
            <a:pPr>
              <a:defRPr/>
            </a:pPr>
            <a:endParaRPr lang="en-US"/>
          </a:p>
        </p:txBody>
      </p:sp>
      <p:sp>
        <p:nvSpPr>
          <p:cNvPr id="1976648041"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803488315" name="Date Placeholder 1"/>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09085033" name="Footer Placeholder 2"/>
          <p:cNvSpPr>
            <a:spLocks noGrp="1"/>
          </p:cNvSpPr>
          <p:nvPr>
            <p:ph type="ftr" sz="quarter" idx="11"/>
          </p:nvPr>
        </p:nvSpPr>
        <p:spPr bwMode="auto"/>
        <p:txBody>
          <a:bodyPr/>
          <a:lstStyle/>
          <a:p>
            <a:pPr>
              <a:defRPr/>
            </a:pPr>
            <a:endParaRPr lang="en-US"/>
          </a:p>
        </p:txBody>
      </p:sp>
      <p:sp>
        <p:nvSpPr>
          <p:cNvPr id="1580571621"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052278709"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lang="en-US"/>
          </a:p>
        </p:txBody>
      </p:sp>
      <p:sp>
        <p:nvSpPr>
          <p:cNvPr id="490841274"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600031563"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8899733"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758471285" name="Footer Placeholder 5"/>
          <p:cNvSpPr>
            <a:spLocks noGrp="1"/>
          </p:cNvSpPr>
          <p:nvPr>
            <p:ph type="ftr" sz="quarter" idx="11"/>
          </p:nvPr>
        </p:nvSpPr>
        <p:spPr bwMode="auto"/>
        <p:txBody>
          <a:bodyPr/>
          <a:lstStyle/>
          <a:p>
            <a:pPr>
              <a:defRPr/>
            </a:pPr>
            <a:endParaRPr lang="en-US"/>
          </a:p>
        </p:txBody>
      </p:sp>
      <p:sp>
        <p:nvSpPr>
          <p:cNvPr id="1519922968"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705264167"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lang="en-US"/>
          </a:p>
        </p:txBody>
      </p:sp>
      <p:sp>
        <p:nvSpPr>
          <p:cNvPr id="1349423452"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884794017"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099063264" name="Date Placeholder 4"/>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1946338371" name="Footer Placeholder 5"/>
          <p:cNvSpPr>
            <a:spLocks noGrp="1"/>
          </p:cNvSpPr>
          <p:nvPr>
            <p:ph type="ftr" sz="quarter" idx="11"/>
          </p:nvPr>
        </p:nvSpPr>
        <p:spPr bwMode="auto"/>
        <p:txBody>
          <a:bodyPr/>
          <a:lstStyle/>
          <a:p>
            <a:pPr>
              <a:defRPr/>
            </a:pPr>
            <a:endParaRPr lang="en-US"/>
          </a:p>
        </p:txBody>
      </p:sp>
      <p:sp>
        <p:nvSpPr>
          <p:cNvPr id="1541416611"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896315653" name="Title 1"/>
          <p:cNvSpPr>
            <a:spLocks noGrp="1"/>
          </p:cNvSpPr>
          <p:nvPr>
            <p:ph type="title"/>
          </p:nvPr>
        </p:nvSpPr>
        <p:spPr bwMode="auto"/>
        <p:txBody>
          <a:bodyPr/>
          <a:lstStyle/>
          <a:p>
            <a:pPr>
              <a:defRPr/>
            </a:pPr>
            <a:r>
              <a:rPr lang="en-US"/>
              <a:t>Click to edit Master title style</a:t>
            </a:r>
            <a:endParaRPr lang="en-US"/>
          </a:p>
        </p:txBody>
      </p:sp>
      <p:sp>
        <p:nvSpPr>
          <p:cNvPr id="1081772388"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760613373"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419077372" name="Footer Placeholder 4"/>
          <p:cNvSpPr>
            <a:spLocks noGrp="1"/>
          </p:cNvSpPr>
          <p:nvPr>
            <p:ph type="ftr" sz="quarter" idx="11"/>
          </p:nvPr>
        </p:nvSpPr>
        <p:spPr bwMode="auto"/>
        <p:txBody>
          <a:bodyPr/>
          <a:lstStyle/>
          <a:p>
            <a:pPr>
              <a:defRPr/>
            </a:pPr>
            <a:endParaRPr lang="en-US"/>
          </a:p>
        </p:txBody>
      </p:sp>
      <p:sp>
        <p:nvSpPr>
          <p:cNvPr id="1854455561"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1793612121"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lang="en-US"/>
          </a:p>
        </p:txBody>
      </p:sp>
      <p:sp>
        <p:nvSpPr>
          <p:cNvPr id="1920284551"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148032282" name="Date Placeholder 3"/>
          <p:cNvSpPr>
            <a:spLocks noGrp="1"/>
          </p:cNvSpPr>
          <p:nvPr>
            <p:ph type="dt" sz="half" idx="10"/>
          </p:nvPr>
        </p:nvSpPr>
        <p:spPr bwMode="auto"/>
        <p:txBody>
          <a:bodyPr/>
          <a:lstStyle/>
          <a:p>
            <a:pPr>
              <a:defRPr/>
            </a:pPr>
            <a:fld id="{1D8BD707-D9CF-40AE-B4C6-C98DA3205C09}" type="datetimeFigureOut">
              <a:rPr lang="en-US"/>
              <a:t>8/1/2011</a:t>
            </a:fld>
            <a:endParaRPr lang="en-US"/>
          </a:p>
        </p:txBody>
      </p:sp>
      <p:sp>
        <p:nvSpPr>
          <p:cNvPr id="2079230867" name="Footer Placeholder 4"/>
          <p:cNvSpPr>
            <a:spLocks noGrp="1"/>
          </p:cNvSpPr>
          <p:nvPr>
            <p:ph type="ftr" sz="quarter" idx="11"/>
          </p:nvPr>
        </p:nvSpPr>
        <p:spPr bwMode="auto"/>
        <p:txBody>
          <a:bodyPr/>
          <a:lstStyle/>
          <a:p>
            <a:pPr>
              <a:defRPr/>
            </a:pPr>
            <a:endParaRPr lang="en-US"/>
          </a:p>
        </p:txBody>
      </p:sp>
      <p:sp>
        <p:nvSpPr>
          <p:cNvPr id="390687731"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260746431"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lang="en-US"/>
          </a:p>
        </p:txBody>
      </p:sp>
      <p:sp>
        <p:nvSpPr>
          <p:cNvPr id="1880500652"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US"/>
          </a:p>
        </p:txBody>
      </p:sp>
      <p:sp>
        <p:nvSpPr>
          <p:cNvPr id="2053112736"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8/1/2011</a:t>
            </a:fld>
            <a:endParaRPr lang="en-US"/>
          </a:p>
        </p:txBody>
      </p:sp>
      <p:sp>
        <p:nvSpPr>
          <p:cNvPr id="39552423"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478730684"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544105469" name="Group 2"/>
          <p:cNvGrpSpPr/>
          <p:nvPr/>
        </p:nvGrpSpPr>
        <p:grpSpPr bwMode="auto">
          <a:xfrm rot="0">
            <a:off x="2319992" y="-1680508"/>
            <a:ext cx="13648016" cy="13648016"/>
            <a:chOff x="0" y="0"/>
            <a:chExt cx="812800" cy="812800"/>
          </a:xfrm>
        </p:grpSpPr>
        <p:sp>
          <p:nvSpPr>
            <p:cNvPr id="3" name="Freeform 3"/>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4" name="TextBox 4"/>
            <p:cNvSpPr txBox="1"/>
            <p:nvPr/>
          </p:nvSpPr>
          <p:spPr bwMode="auto">
            <a:xfrm>
              <a:off x="76200" y="19050"/>
              <a:ext cx="660400" cy="717550"/>
            </a:xfrm>
            <a:prstGeom prst="rect">
              <a:avLst/>
            </a:prstGeom>
            <a:grpFill/>
          </p:spPr>
          <p:txBody>
            <a:bodyPr lIns="50800" tIns="50800" rIns="50800" bIns="50800" rtlCol="0" anchor="ctr"/>
            <a:lstStyle/>
            <a:p>
              <a:pPr algn="ctr">
                <a:lnSpc>
                  <a:spcPts val="2659"/>
                </a:lnSpc>
                <a:spcBef>
                  <a:spcPts val="0"/>
                </a:spcBef>
                <a:defRPr/>
              </a:pPr>
              <a:endParaRPr/>
            </a:p>
          </p:txBody>
        </p:sp>
      </p:grpSp>
      <p:sp>
        <p:nvSpPr>
          <p:cNvPr id="356926867" name="Freeform 5"/>
          <p:cNvSpPr/>
          <p:nvPr/>
        </p:nvSpPr>
        <p:spPr bwMode="auto">
          <a:xfrm rot="0" flipH="0" flipV="0">
            <a:off x="3640768" y="-164456"/>
            <a:ext cx="11725929" cy="11711271"/>
          </a:xfrm>
          <a:custGeom>
            <a:avLst/>
            <a:gdLst/>
            <a:ahLst/>
            <a:cxnLst/>
            <a:rect l="l" t="t" r="r" b="b"/>
            <a:pathLst>
              <a:path w="11725929" h="11711272" fill="norm" stroke="1" extrusionOk="0">
                <a:moveTo>
                  <a:pt x="0" y="0"/>
                </a:moveTo>
                <a:lnTo>
                  <a:pt x="11725929" y="0"/>
                </a:lnTo>
                <a:lnTo>
                  <a:pt x="11725929" y="11711272"/>
                </a:lnTo>
                <a:lnTo>
                  <a:pt x="0" y="11711272"/>
                </a:lnTo>
                <a:lnTo>
                  <a:pt x="0" y="0"/>
                </a:lnTo>
                <a:close/>
              </a:path>
            </a:pathLst>
          </a:custGeom>
          <a:blipFill>
            <a:blip r:embed="rId3"/>
            <a:srcRect l="0" t="0" r="0" b="0"/>
            <a:stretch/>
          </a:blipFill>
        </p:spPr>
      </p:sp>
      <p:grpSp>
        <p:nvGrpSpPr>
          <p:cNvPr id="67706692" name="Group 6"/>
          <p:cNvGrpSpPr/>
          <p:nvPr/>
        </p:nvGrpSpPr>
        <p:grpSpPr bwMode="auto">
          <a:xfrm rot="0">
            <a:off x="3367381" y="-633119"/>
            <a:ext cx="11553237" cy="11553237"/>
            <a:chOff x="0" y="0"/>
            <a:chExt cx="812800" cy="812800"/>
          </a:xfrm>
        </p:grpSpPr>
        <p:sp>
          <p:nvSpPr>
            <p:cNvPr id="7" name="Freeform 7"/>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8" name="TextBox 8"/>
            <p:cNvSpPr txBox="1"/>
            <p:nvPr/>
          </p:nvSpPr>
          <p:spPr bwMode="auto">
            <a:xfrm>
              <a:off x="76200" y="19050"/>
              <a:ext cx="660400" cy="717550"/>
            </a:xfrm>
            <a:prstGeom prst="rect">
              <a:avLst/>
            </a:prstGeom>
            <a:grpFill/>
          </p:spPr>
          <p:txBody>
            <a:bodyPr lIns="50800" tIns="50800" rIns="50800" bIns="50800" rtlCol="0" anchor="ctr"/>
            <a:lstStyle/>
            <a:p>
              <a:pPr algn="ctr">
                <a:lnSpc>
                  <a:spcPts val="2659"/>
                </a:lnSpc>
                <a:spcBef>
                  <a:spcPts val="0"/>
                </a:spcBef>
                <a:defRPr/>
              </a:pPr>
              <a:endParaRPr/>
            </a:p>
          </p:txBody>
        </p:sp>
      </p:grpSp>
      <p:sp>
        <p:nvSpPr>
          <p:cNvPr id="1183522283" name="Freeform 9"/>
          <p:cNvSpPr/>
          <p:nvPr/>
        </p:nvSpPr>
        <p:spPr bwMode="auto">
          <a:xfrm rot="0" flipH="0" flipV="0">
            <a:off x="1476280" y="4348446"/>
            <a:ext cx="1658466" cy="1656393"/>
          </a:xfrm>
          <a:custGeom>
            <a:avLst/>
            <a:gdLst/>
            <a:ahLst/>
            <a:cxnLst/>
            <a:rect l="l" t="t" r="r" b="b"/>
            <a:pathLst>
              <a:path w="1658466" h="1656393" fill="norm" stroke="1" extrusionOk="0">
                <a:moveTo>
                  <a:pt x="0" y="0"/>
                </a:moveTo>
                <a:lnTo>
                  <a:pt x="1658465" y="0"/>
                </a:lnTo>
                <a:lnTo>
                  <a:pt x="1658465" y="1656393"/>
                </a:lnTo>
                <a:lnTo>
                  <a:pt x="0" y="1656393"/>
                </a:lnTo>
                <a:lnTo>
                  <a:pt x="0" y="0"/>
                </a:lnTo>
                <a:close/>
              </a:path>
            </a:pathLst>
          </a:custGeom>
          <a:blipFill>
            <a:blip r:embed="rId3"/>
            <a:srcRect l="0" t="0" r="0" b="0"/>
            <a:stretch/>
          </a:blipFill>
        </p:spPr>
      </p:sp>
      <p:grpSp>
        <p:nvGrpSpPr>
          <p:cNvPr id="1089785593" name="Group 10"/>
          <p:cNvGrpSpPr/>
          <p:nvPr/>
        </p:nvGrpSpPr>
        <p:grpSpPr bwMode="auto">
          <a:xfrm rot="0">
            <a:off x="1437613" y="4282161"/>
            <a:ext cx="1634040" cy="1634040"/>
            <a:chOff x="0" y="0"/>
            <a:chExt cx="812800" cy="812800"/>
          </a:xfrm>
        </p:grpSpPr>
        <p:sp>
          <p:nvSpPr>
            <p:cNvPr id="11" name="Freeform 11"/>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2" name="TextBox 12"/>
            <p:cNvSpPr txBox="1"/>
            <p:nvPr/>
          </p:nvSpPr>
          <p:spPr bwMode="auto">
            <a:xfrm>
              <a:off x="76200" y="19050"/>
              <a:ext cx="660400" cy="717550"/>
            </a:xfrm>
            <a:prstGeom prst="rect">
              <a:avLst/>
            </a:prstGeom>
            <a:grpFill/>
          </p:spPr>
          <p:txBody>
            <a:bodyPr lIns="50800" tIns="50800" rIns="50800" bIns="50800" rtlCol="0" anchor="ctr"/>
            <a:lstStyle/>
            <a:p>
              <a:pPr algn="ctr">
                <a:lnSpc>
                  <a:spcPts val="2659"/>
                </a:lnSpc>
                <a:spcBef>
                  <a:spcPts val="0"/>
                </a:spcBef>
                <a:defRPr/>
              </a:pPr>
              <a:endParaRPr/>
            </a:p>
          </p:txBody>
        </p:sp>
      </p:grpSp>
      <p:sp>
        <p:nvSpPr>
          <p:cNvPr id="1207925124" name="Freeform 13"/>
          <p:cNvSpPr/>
          <p:nvPr/>
        </p:nvSpPr>
        <p:spPr bwMode="auto">
          <a:xfrm rot="0" flipH="1" flipV="0">
            <a:off x="2086248" y="4847440"/>
            <a:ext cx="336771" cy="503483"/>
          </a:xfrm>
          <a:custGeom>
            <a:avLst/>
            <a:gdLst/>
            <a:ahLst/>
            <a:cxnLst/>
            <a:rect l="l" t="t" r="r" b="b"/>
            <a:pathLst>
              <a:path w="336771" h="503483" fill="norm" stroke="1" extrusionOk="0">
                <a:moveTo>
                  <a:pt x="336771" y="0"/>
                </a:moveTo>
                <a:lnTo>
                  <a:pt x="0" y="0"/>
                </a:lnTo>
                <a:lnTo>
                  <a:pt x="0" y="503483"/>
                </a:lnTo>
                <a:lnTo>
                  <a:pt x="336771" y="503483"/>
                </a:lnTo>
                <a:lnTo>
                  <a:pt x="336771" y="0"/>
                </a:lnTo>
                <a:close/>
              </a:path>
            </a:pathLst>
          </a:custGeom>
          <a:blipFill>
            <a:blip r:embed="rId4"/>
            <a:srcRect l="0" t="0" r="0" b="0"/>
            <a:stretch/>
          </a:blipFill>
        </p:spPr>
      </p:sp>
      <p:sp>
        <p:nvSpPr>
          <p:cNvPr id="851386831" name="Freeform 14"/>
          <p:cNvSpPr/>
          <p:nvPr/>
        </p:nvSpPr>
        <p:spPr bwMode="auto">
          <a:xfrm rot="0" flipH="0" flipV="0">
            <a:off x="15191921" y="4348446"/>
            <a:ext cx="1658466" cy="1656393"/>
          </a:xfrm>
          <a:custGeom>
            <a:avLst/>
            <a:gdLst/>
            <a:ahLst/>
            <a:cxnLst/>
            <a:rect l="l" t="t" r="r" b="b"/>
            <a:pathLst>
              <a:path w="1658466" h="1656393" fill="norm" stroke="1" extrusionOk="0">
                <a:moveTo>
                  <a:pt x="0" y="0"/>
                </a:moveTo>
                <a:lnTo>
                  <a:pt x="1658466" y="0"/>
                </a:lnTo>
                <a:lnTo>
                  <a:pt x="1658466" y="1656393"/>
                </a:lnTo>
                <a:lnTo>
                  <a:pt x="0" y="1656393"/>
                </a:lnTo>
                <a:lnTo>
                  <a:pt x="0" y="0"/>
                </a:lnTo>
                <a:close/>
              </a:path>
            </a:pathLst>
          </a:custGeom>
          <a:blipFill>
            <a:blip r:embed="rId3"/>
            <a:srcRect l="0" t="0" r="0" b="0"/>
            <a:stretch/>
          </a:blipFill>
        </p:spPr>
      </p:sp>
      <p:grpSp>
        <p:nvGrpSpPr>
          <p:cNvPr id="1693190769" name="Group 15"/>
          <p:cNvGrpSpPr/>
          <p:nvPr/>
        </p:nvGrpSpPr>
        <p:grpSpPr bwMode="auto">
          <a:xfrm rot="0">
            <a:off x="15153255" y="4282161"/>
            <a:ext cx="1634040" cy="1634040"/>
            <a:chOff x="0" y="0"/>
            <a:chExt cx="812800" cy="812800"/>
          </a:xfrm>
        </p:grpSpPr>
        <p:sp>
          <p:nvSpPr>
            <p:cNvPr id="16" name="Freeform 16"/>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7" name="TextBox 17"/>
            <p:cNvSpPr txBox="1"/>
            <p:nvPr/>
          </p:nvSpPr>
          <p:spPr bwMode="auto">
            <a:xfrm>
              <a:off x="76200" y="19050"/>
              <a:ext cx="660400" cy="717550"/>
            </a:xfrm>
            <a:prstGeom prst="rect">
              <a:avLst/>
            </a:prstGeom>
            <a:grpFill/>
          </p:spPr>
          <p:txBody>
            <a:bodyPr lIns="50800" tIns="50800" rIns="50800" bIns="50800" rtlCol="0" anchor="ctr"/>
            <a:lstStyle/>
            <a:p>
              <a:pPr algn="ctr">
                <a:lnSpc>
                  <a:spcPts val="2659"/>
                </a:lnSpc>
                <a:spcBef>
                  <a:spcPts val="0"/>
                </a:spcBef>
                <a:defRPr/>
              </a:pPr>
              <a:endParaRPr/>
            </a:p>
          </p:txBody>
        </p:sp>
      </p:grpSp>
      <p:sp>
        <p:nvSpPr>
          <p:cNvPr id="1535784557" name="Freeform 18"/>
          <p:cNvSpPr/>
          <p:nvPr/>
        </p:nvSpPr>
        <p:spPr bwMode="auto">
          <a:xfrm rot="0" flipH="0" flipV="0">
            <a:off x="15801890" y="4847440"/>
            <a:ext cx="336771" cy="503483"/>
          </a:xfrm>
          <a:custGeom>
            <a:avLst/>
            <a:gdLst/>
            <a:ahLst/>
            <a:cxnLst/>
            <a:rect l="l" t="t" r="r" b="b"/>
            <a:pathLst>
              <a:path w="336771" h="503483" fill="norm" stroke="1" extrusionOk="0">
                <a:moveTo>
                  <a:pt x="0" y="0"/>
                </a:moveTo>
                <a:lnTo>
                  <a:pt x="336770" y="0"/>
                </a:lnTo>
                <a:lnTo>
                  <a:pt x="336770" y="503483"/>
                </a:lnTo>
                <a:lnTo>
                  <a:pt x="0" y="503483"/>
                </a:lnTo>
                <a:lnTo>
                  <a:pt x="0" y="0"/>
                </a:lnTo>
                <a:close/>
              </a:path>
            </a:pathLst>
          </a:custGeom>
          <a:blipFill>
            <a:blip r:embed="rId4"/>
            <a:srcRect l="0" t="0" r="0" b="0"/>
            <a:stretch/>
          </a:blipFill>
        </p:spPr>
      </p:sp>
      <p:grpSp>
        <p:nvGrpSpPr>
          <p:cNvPr id="940136571" name="Group 19"/>
          <p:cNvGrpSpPr/>
          <p:nvPr/>
        </p:nvGrpSpPr>
        <p:grpSpPr bwMode="auto">
          <a:xfrm rot="0">
            <a:off x="17491799" y="8458418"/>
            <a:ext cx="951769" cy="799882"/>
            <a:chOff x="0" y="0"/>
            <a:chExt cx="967140" cy="812800"/>
          </a:xfrm>
        </p:grpSpPr>
        <p:sp>
          <p:nvSpPr>
            <p:cNvPr id="20" name="Freeform 20"/>
            <p:cNvSpPr/>
            <p:nvPr/>
          </p:nvSpPr>
          <p:spPr bwMode="auto">
            <a:xfrm rot="0" flipH="0" flipV="0">
              <a:off x="0" y="0"/>
              <a:ext cx="967140" cy="812800"/>
            </a:xfrm>
            <a:custGeom>
              <a:avLst/>
              <a:gdLst/>
              <a:ahLst/>
              <a:cxnLst/>
              <a:rect l="l" t="t" r="r" b="b"/>
              <a:pathLst>
                <a:path w="967140" h="812800" fill="norm" stroke="1" extrusionOk="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21" name="TextBox 21"/>
            <p:cNvSpPr txBox="1"/>
            <p:nvPr/>
          </p:nvSpPr>
          <p:spPr bwMode="auto">
            <a:xfrm>
              <a:off x="0" y="-57150"/>
              <a:ext cx="967140" cy="869950"/>
            </a:xfrm>
            <a:prstGeom prst="rect">
              <a:avLst/>
            </a:prstGeom>
            <a:grpFill/>
          </p:spPr>
          <p:txBody>
            <a:bodyPr lIns="50800" tIns="50800" rIns="50800" bIns="50800" rtlCol="0" anchor="ctr"/>
            <a:lstStyle/>
            <a:p>
              <a:pPr algn="ctr">
                <a:lnSpc>
                  <a:spcPts val="2659"/>
                </a:lnSpc>
                <a:defRPr/>
              </a:pPr>
              <a:endParaRPr/>
            </a:p>
          </p:txBody>
        </p:sp>
      </p:grpSp>
      <p:sp>
        <p:nvSpPr>
          <p:cNvPr id="1758594640" name="TextBox 22"/>
          <p:cNvSpPr txBox="1"/>
          <p:nvPr/>
        </p:nvSpPr>
        <p:spPr bwMode="auto">
          <a:xfrm rot="0" flipH="0" flipV="0">
            <a:off x="3640767" y="3901068"/>
            <a:ext cx="10890905" cy="2233654"/>
          </a:xfrm>
          <a:prstGeom prst="rect">
            <a:avLst/>
          </a:prstGeom>
        </p:spPr>
        <p:txBody>
          <a:bodyPr lIns="0" tIns="0" rIns="0" bIns="0" rtlCol="0" anchor="t">
            <a:spAutoFit/>
          </a:bodyPr>
          <a:lstStyle/>
          <a:p>
            <a:pPr algn="ctr">
              <a:lnSpc>
                <a:spcPts val="17585"/>
              </a:lnSpc>
              <a:spcBef>
                <a:spcPts val="0"/>
              </a:spcBef>
              <a:defRPr/>
            </a:pPr>
            <a:r>
              <a:rPr lang="en-US" sz="10000" b="1">
                <a:solidFill>
                  <a:srgbClr val="3A6AD6"/>
                </a:solidFill>
                <a:latin typeface="Poppins Bold"/>
                <a:ea typeface="Poppins Bold"/>
                <a:cs typeface="Poppins Bold"/>
              </a:rPr>
              <a:t>SMARTFLASH</a:t>
            </a:r>
            <a:endParaRPr sz="10000"/>
          </a:p>
        </p:txBody>
      </p:sp>
      <p:sp>
        <p:nvSpPr>
          <p:cNvPr id="394345452" name="TextBox 23"/>
          <p:cNvSpPr txBox="1"/>
          <p:nvPr/>
        </p:nvSpPr>
        <p:spPr bwMode="auto">
          <a:xfrm rot="0">
            <a:off x="4591546" y="6431898"/>
            <a:ext cx="8176868" cy="1511024"/>
          </a:xfrm>
          <a:prstGeom prst="rect">
            <a:avLst/>
          </a:prstGeom>
        </p:spPr>
        <p:txBody>
          <a:bodyPr lIns="0" tIns="0" rIns="0" bIns="0" rtlCol="0" anchor="t">
            <a:spAutoFit/>
          </a:bodyPr>
          <a:lstStyle/>
          <a:p>
            <a:pPr algn="ctr">
              <a:lnSpc>
                <a:spcPts val="2379"/>
              </a:lnSpc>
              <a:spcBef>
                <a:spcPts val="0"/>
              </a:spcBef>
              <a:defRPr/>
            </a:pPr>
            <a:r>
              <a:rPr lang="en-US" sz="1700">
                <a:solidFill>
                  <a:srgbClr val="1F2020"/>
                </a:solidFill>
                <a:latin typeface="Poppins"/>
                <a:ea typeface="Poppins"/>
                <a:cs typeface="Poppins"/>
              </a:rPr>
              <a:t>SmartFlash is an AI-powered study app that combines spaced repetition, active recall, and personalized learning. It analyzes each student’s progress to adapt content and generate smart flashcards tailored to their needs. With optimized review schedules and progress tracking, SmartFlash makes studying more efficient, personalized, and stress-free.</a:t>
            </a:r>
            <a:endParaRPr/>
          </a:p>
        </p:txBody>
      </p:sp>
      <p:sp>
        <p:nvSpPr>
          <p:cNvPr id="1547455291" name="TextBox 24"/>
          <p:cNvSpPr txBox="1"/>
          <p:nvPr/>
        </p:nvSpPr>
        <p:spPr bwMode="auto">
          <a:xfrm rot="0">
            <a:off x="17674380" y="8710688"/>
            <a:ext cx="442747" cy="257943"/>
          </a:xfrm>
          <a:prstGeom prst="rect">
            <a:avLst/>
          </a:prstGeom>
        </p:spPr>
        <p:txBody>
          <a:bodyPr lIns="0" tIns="0" rIns="0" bIns="0" rtlCol="0" anchor="t">
            <a:spAutoFit/>
          </a:bodyPr>
          <a:lstStyle/>
          <a:p>
            <a:pPr algn="ctr">
              <a:lnSpc>
                <a:spcPts val="2057"/>
              </a:lnSpc>
              <a:spcBef>
                <a:spcPts val="0"/>
              </a:spcBef>
              <a:defRPr/>
            </a:pPr>
            <a:r>
              <a:rPr lang="en-US" sz="1450" b="1">
                <a:solidFill>
                  <a:srgbClr val="FFFFFF"/>
                </a:solidFill>
                <a:latin typeface="Poppins Bold"/>
                <a:ea typeface="Poppins Bold"/>
                <a:cs typeface="Poppins Bold"/>
              </a:rPr>
              <a:t>01</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6474008" name="AutoShape 2"/>
          <p:cNvSpPr/>
          <p:nvPr/>
        </p:nvSpPr>
        <p:spPr bwMode="auto">
          <a:xfrm flipV="1">
            <a:off x="8314040" y="2497113"/>
            <a:ext cx="1898560" cy="1304496"/>
          </a:xfrm>
          <a:prstGeom prst="line">
            <a:avLst/>
          </a:prstGeom>
          <a:ln w="28575" cap="flat">
            <a:solidFill>
              <a:srgbClr val="F8F8F8"/>
            </a:solidFill>
            <a:prstDash val="solid"/>
            <a:headEnd type="none" w="sm" len="sm"/>
            <a:tailEnd type="none" w="sm" len="sm"/>
          </a:ln>
        </p:spPr>
      </p:sp>
      <p:sp>
        <p:nvSpPr>
          <p:cNvPr id="1369739341" name="AutoShape 3"/>
          <p:cNvSpPr/>
          <p:nvPr/>
        </p:nvSpPr>
        <p:spPr bwMode="auto">
          <a:xfrm flipH="1" flipV="1">
            <a:off x="8316800" y="6477427"/>
            <a:ext cx="1893040" cy="1312494"/>
          </a:xfrm>
          <a:prstGeom prst="line">
            <a:avLst/>
          </a:prstGeom>
          <a:ln w="28575" cap="flat">
            <a:solidFill>
              <a:srgbClr val="F8F8F8"/>
            </a:solidFill>
            <a:prstDash val="solid"/>
            <a:headEnd type="none" w="sm" len="sm"/>
            <a:tailEnd type="none" w="sm" len="sm"/>
          </a:ln>
        </p:spPr>
      </p:sp>
      <p:sp>
        <p:nvSpPr>
          <p:cNvPr id="983811093" name="AutoShape 4"/>
          <p:cNvSpPr/>
          <p:nvPr/>
        </p:nvSpPr>
        <p:spPr bwMode="auto">
          <a:xfrm flipV="1">
            <a:off x="8532606" y="4267293"/>
            <a:ext cx="2635124" cy="563602"/>
          </a:xfrm>
          <a:prstGeom prst="line">
            <a:avLst/>
          </a:prstGeom>
          <a:ln w="28575" cap="flat">
            <a:solidFill>
              <a:srgbClr val="F8F8F8"/>
            </a:solidFill>
            <a:prstDash val="solid"/>
            <a:headEnd type="none" w="sm" len="sm"/>
            <a:tailEnd type="none" w="sm" len="sm"/>
          </a:ln>
        </p:spPr>
      </p:sp>
      <p:sp>
        <p:nvSpPr>
          <p:cNvPr id="1849350660" name="AutoShape 5"/>
          <p:cNvSpPr/>
          <p:nvPr/>
        </p:nvSpPr>
        <p:spPr bwMode="auto">
          <a:xfrm>
            <a:off x="8530566" y="5475506"/>
            <a:ext cx="2639203" cy="544180"/>
          </a:xfrm>
          <a:prstGeom prst="line">
            <a:avLst/>
          </a:prstGeom>
          <a:ln w="28575" cap="flat">
            <a:solidFill>
              <a:srgbClr val="F8F8F8"/>
            </a:solidFill>
            <a:prstDash val="solid"/>
            <a:headEnd type="none" w="sm" len="sm"/>
            <a:tailEnd type="none" w="sm" len="sm"/>
          </a:ln>
        </p:spPr>
      </p:sp>
      <p:grpSp>
        <p:nvGrpSpPr>
          <p:cNvPr id="746635624" name="Group 6"/>
          <p:cNvGrpSpPr/>
          <p:nvPr/>
        </p:nvGrpSpPr>
        <p:grpSpPr bwMode="auto">
          <a:xfrm rot="0">
            <a:off x="1792023" y="1731496"/>
            <a:ext cx="6824008" cy="6824008"/>
            <a:chOff x="0" y="0"/>
            <a:chExt cx="812800" cy="812800"/>
          </a:xfrm>
        </p:grpSpPr>
        <p:sp>
          <p:nvSpPr>
            <p:cNvPr id="7" name="Freeform 7"/>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8" name="TextBox 8"/>
            <p:cNvSpPr txBox="1"/>
            <p:nvPr/>
          </p:nvSpPr>
          <p:spPr bwMode="auto">
            <a:xfrm>
              <a:off x="76200" y="19050"/>
              <a:ext cx="660400" cy="717550"/>
            </a:xfrm>
            <a:prstGeom prst="rect">
              <a:avLst/>
            </a:prstGeom>
            <a:grpFill/>
          </p:spPr>
          <p:txBody>
            <a:bodyPr lIns="50800" tIns="50800" rIns="50800" bIns="50800" rtlCol="0" anchor="ctr"/>
            <a:lstStyle/>
            <a:p>
              <a:pPr algn="ctr">
                <a:lnSpc>
                  <a:spcPts val="2659"/>
                </a:lnSpc>
                <a:spcBef>
                  <a:spcPts val="0"/>
                </a:spcBef>
                <a:defRPr/>
              </a:pPr>
              <a:endParaRPr/>
            </a:p>
          </p:txBody>
        </p:sp>
      </p:grpSp>
      <p:sp>
        <p:nvSpPr>
          <p:cNvPr id="2011207101" name="Freeform 9"/>
          <p:cNvSpPr/>
          <p:nvPr/>
        </p:nvSpPr>
        <p:spPr bwMode="auto">
          <a:xfrm rot="0" flipH="0" flipV="0">
            <a:off x="2452411" y="2489522"/>
            <a:ext cx="5862965" cy="5855635"/>
          </a:xfrm>
          <a:custGeom>
            <a:avLst/>
            <a:gdLst/>
            <a:ahLst/>
            <a:cxnLst/>
            <a:rect l="l" t="t" r="r" b="b"/>
            <a:pathLst>
              <a:path w="5862965" h="5855636" fill="norm" stroke="1" extrusionOk="0">
                <a:moveTo>
                  <a:pt x="0" y="0"/>
                </a:moveTo>
                <a:lnTo>
                  <a:pt x="5862964" y="0"/>
                </a:lnTo>
                <a:lnTo>
                  <a:pt x="5862964" y="5855636"/>
                </a:lnTo>
                <a:lnTo>
                  <a:pt x="0" y="5855636"/>
                </a:lnTo>
                <a:lnTo>
                  <a:pt x="0" y="0"/>
                </a:lnTo>
                <a:close/>
              </a:path>
            </a:pathLst>
          </a:custGeom>
          <a:blipFill>
            <a:blip r:embed="rId3"/>
            <a:srcRect l="0" t="0" r="0" b="0"/>
            <a:stretch/>
          </a:blipFill>
        </p:spPr>
      </p:sp>
      <p:grpSp>
        <p:nvGrpSpPr>
          <p:cNvPr id="1240961369" name="Group 10"/>
          <p:cNvGrpSpPr/>
          <p:nvPr/>
        </p:nvGrpSpPr>
        <p:grpSpPr bwMode="auto">
          <a:xfrm rot="0">
            <a:off x="2315717" y="2255191"/>
            <a:ext cx="5776619" cy="5776619"/>
            <a:chOff x="0" y="0"/>
            <a:chExt cx="812800" cy="812800"/>
          </a:xfrm>
        </p:grpSpPr>
        <p:sp>
          <p:nvSpPr>
            <p:cNvPr id="11" name="Freeform 11"/>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12" name="TextBox 12"/>
            <p:cNvSpPr txBox="1"/>
            <p:nvPr/>
          </p:nvSpPr>
          <p:spPr bwMode="auto">
            <a:xfrm>
              <a:off x="76200" y="19050"/>
              <a:ext cx="660400" cy="717550"/>
            </a:xfrm>
            <a:prstGeom prst="rect">
              <a:avLst/>
            </a:prstGeom>
            <a:grpFill/>
          </p:spPr>
          <p:txBody>
            <a:bodyPr lIns="50800" tIns="50800" rIns="50800" bIns="50800" rtlCol="0" anchor="ctr"/>
            <a:lstStyle/>
            <a:p>
              <a:pPr algn="ctr">
                <a:lnSpc>
                  <a:spcPts val="2659"/>
                </a:lnSpc>
                <a:spcBef>
                  <a:spcPts val="0"/>
                </a:spcBef>
                <a:defRPr/>
              </a:pPr>
              <a:endParaRPr/>
            </a:p>
          </p:txBody>
        </p:sp>
      </p:grpSp>
      <p:sp>
        <p:nvSpPr>
          <p:cNvPr id="328611139" name="Freeform 13"/>
          <p:cNvSpPr/>
          <p:nvPr/>
        </p:nvSpPr>
        <p:spPr bwMode="auto">
          <a:xfrm rot="0" flipH="0" flipV="0">
            <a:off x="4634643" y="3680624"/>
            <a:ext cx="1138768" cy="1138768"/>
          </a:xfrm>
          <a:custGeom>
            <a:avLst/>
            <a:gdLst/>
            <a:ahLst/>
            <a:cxnLst/>
            <a:rect l="l" t="t" r="r" b="b"/>
            <a:pathLst>
              <a:path w="1138768" h="1138768" fill="norm" stroke="1" extrusionOk="0">
                <a:moveTo>
                  <a:pt x="0" y="0"/>
                </a:moveTo>
                <a:lnTo>
                  <a:pt x="1138768" y="0"/>
                </a:lnTo>
                <a:lnTo>
                  <a:pt x="1138768" y="1138768"/>
                </a:lnTo>
                <a:lnTo>
                  <a:pt x="0" y="1138768"/>
                </a:lnTo>
                <a:lnTo>
                  <a:pt x="0" y="0"/>
                </a:lnTo>
                <a:close/>
              </a:path>
            </a:pathLst>
          </a:custGeom>
          <a:blipFill>
            <a:blip r:embed="rId4"/>
            <a:srcRect l="0" t="0" r="0" b="0"/>
            <a:stretch/>
          </a:blipFill>
        </p:spPr>
      </p:sp>
      <p:sp>
        <p:nvSpPr>
          <p:cNvPr id="938303347" name="TextBox 14"/>
          <p:cNvSpPr txBox="1"/>
          <p:nvPr/>
        </p:nvSpPr>
        <p:spPr bwMode="auto">
          <a:xfrm rot="0">
            <a:off x="3229539" y="4988741"/>
            <a:ext cx="3948976" cy="1617992"/>
          </a:xfrm>
          <a:prstGeom prst="rect">
            <a:avLst/>
          </a:prstGeom>
        </p:spPr>
        <p:txBody>
          <a:bodyPr lIns="0" tIns="0" rIns="0" bIns="0" rtlCol="0" anchor="t">
            <a:spAutoFit/>
          </a:bodyPr>
          <a:lstStyle/>
          <a:p>
            <a:pPr algn="ctr">
              <a:lnSpc>
                <a:spcPts val="6385"/>
              </a:lnSpc>
              <a:spcBef>
                <a:spcPts val="0"/>
              </a:spcBef>
              <a:defRPr/>
            </a:pPr>
            <a:r>
              <a:rPr lang="en-US" sz="4550" b="1">
                <a:solidFill>
                  <a:srgbClr val="1F2020"/>
                </a:solidFill>
                <a:latin typeface="Poppins Bold"/>
                <a:ea typeface="Poppins Bold"/>
                <a:cs typeface="Poppins Bold"/>
              </a:rPr>
              <a:t>Problem &amp; Solution</a:t>
            </a:r>
            <a:endParaRPr/>
          </a:p>
        </p:txBody>
      </p:sp>
      <p:grpSp>
        <p:nvGrpSpPr>
          <p:cNvPr id="1353696648" name="Group 15"/>
          <p:cNvGrpSpPr/>
          <p:nvPr/>
        </p:nvGrpSpPr>
        <p:grpSpPr bwMode="auto">
          <a:xfrm rot="0">
            <a:off x="10647893" y="1855723"/>
            <a:ext cx="4950613" cy="1272624"/>
            <a:chOff x="0" y="0"/>
            <a:chExt cx="1013318" cy="260488"/>
          </a:xfrm>
        </p:grpSpPr>
        <p:sp>
          <p:nvSpPr>
            <p:cNvPr id="16" name="Freeform 16"/>
            <p:cNvSpPr/>
            <p:nvPr/>
          </p:nvSpPr>
          <p:spPr bwMode="auto">
            <a:xfrm rot="0" flipH="0" flipV="0">
              <a:off x="0" y="0"/>
              <a:ext cx="1013318" cy="260488"/>
            </a:xfrm>
            <a:custGeom>
              <a:avLst/>
              <a:gdLst/>
              <a:ahLst/>
              <a:cxnLst/>
              <a:rect l="l" t="t" r="r" b="b"/>
              <a:pathLst>
                <a:path w="1013318" h="260488" fill="norm" stroke="1" extrusionOk="0">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17" name="TextBox 17"/>
            <p:cNvSpPr txBox="1"/>
            <p:nvPr/>
          </p:nvSpPr>
          <p:spPr bwMode="auto">
            <a:xfrm>
              <a:off x="0" y="-57150"/>
              <a:ext cx="1013318" cy="317638"/>
            </a:xfrm>
            <a:prstGeom prst="rect">
              <a:avLst/>
            </a:prstGeom>
            <a:grpFill/>
          </p:spPr>
          <p:txBody>
            <a:bodyPr lIns="47086" tIns="47086" rIns="47086" bIns="47086" rtlCol="0" anchor="ctr"/>
            <a:lstStyle/>
            <a:p>
              <a:pPr algn="ctr">
                <a:lnSpc>
                  <a:spcPts val="2659"/>
                </a:lnSpc>
                <a:defRPr/>
              </a:pPr>
              <a:endParaRPr/>
            </a:p>
          </p:txBody>
        </p:sp>
      </p:grpSp>
      <p:grpSp>
        <p:nvGrpSpPr>
          <p:cNvPr id="1633150250" name="Group 18"/>
          <p:cNvGrpSpPr/>
          <p:nvPr/>
        </p:nvGrpSpPr>
        <p:grpSpPr bwMode="auto">
          <a:xfrm rot="0">
            <a:off x="10104764" y="2367684"/>
            <a:ext cx="218342" cy="218342"/>
            <a:chOff x="0" y="0"/>
            <a:chExt cx="812800" cy="812800"/>
          </a:xfrm>
        </p:grpSpPr>
        <p:sp>
          <p:nvSpPr>
            <p:cNvPr id="19" name="Freeform 19"/>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20" name="TextBox 20"/>
            <p:cNvSpPr txBox="1"/>
            <p:nvPr/>
          </p:nvSpPr>
          <p:spPr bwMode="auto">
            <a:xfrm>
              <a:off x="76200" y="19050"/>
              <a:ext cx="660400" cy="717550"/>
            </a:xfrm>
            <a:prstGeom prst="rect">
              <a:avLst/>
            </a:prstGeom>
            <a:grpFill/>
          </p:spPr>
          <p:txBody>
            <a:bodyPr lIns="47086" tIns="47086" rIns="47086" bIns="47086" rtlCol="0" anchor="ctr"/>
            <a:lstStyle/>
            <a:p>
              <a:pPr algn="ctr">
                <a:lnSpc>
                  <a:spcPts val="2659"/>
                </a:lnSpc>
                <a:spcBef>
                  <a:spcPts val="0"/>
                </a:spcBef>
                <a:defRPr/>
              </a:pPr>
              <a:endParaRPr/>
            </a:p>
          </p:txBody>
        </p:sp>
      </p:grpSp>
      <p:grpSp>
        <p:nvGrpSpPr>
          <p:cNvPr id="988934351" name="Group 21"/>
          <p:cNvGrpSpPr/>
          <p:nvPr/>
        </p:nvGrpSpPr>
        <p:grpSpPr bwMode="auto">
          <a:xfrm rot="0">
            <a:off x="11604025" y="3623365"/>
            <a:ext cx="4950613" cy="1272624"/>
            <a:chOff x="0" y="0"/>
            <a:chExt cx="1013318" cy="260488"/>
          </a:xfrm>
        </p:grpSpPr>
        <p:sp>
          <p:nvSpPr>
            <p:cNvPr id="22" name="Freeform 22"/>
            <p:cNvSpPr/>
            <p:nvPr/>
          </p:nvSpPr>
          <p:spPr bwMode="auto">
            <a:xfrm rot="0" flipH="0" flipV="0">
              <a:off x="0" y="0"/>
              <a:ext cx="1013318" cy="260488"/>
            </a:xfrm>
            <a:custGeom>
              <a:avLst/>
              <a:gdLst/>
              <a:ahLst/>
              <a:cxnLst/>
              <a:rect l="l" t="t" r="r" b="b"/>
              <a:pathLst>
                <a:path w="1013318" h="260488" fill="norm" stroke="1" extrusionOk="0">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3" name="TextBox 23"/>
            <p:cNvSpPr txBox="1"/>
            <p:nvPr/>
          </p:nvSpPr>
          <p:spPr bwMode="auto">
            <a:xfrm>
              <a:off x="0" y="-57150"/>
              <a:ext cx="1013318" cy="317638"/>
            </a:xfrm>
            <a:prstGeom prst="rect">
              <a:avLst/>
            </a:prstGeom>
            <a:grpFill/>
          </p:spPr>
          <p:txBody>
            <a:bodyPr lIns="47086" tIns="47086" rIns="47086" bIns="47086" rtlCol="0" anchor="ctr"/>
            <a:lstStyle/>
            <a:p>
              <a:pPr algn="ctr">
                <a:lnSpc>
                  <a:spcPts val="2659"/>
                </a:lnSpc>
                <a:defRPr/>
              </a:pPr>
              <a:endParaRPr/>
            </a:p>
          </p:txBody>
        </p:sp>
      </p:grpSp>
      <p:grpSp>
        <p:nvGrpSpPr>
          <p:cNvPr id="1730422406" name="Group 24"/>
          <p:cNvGrpSpPr/>
          <p:nvPr/>
        </p:nvGrpSpPr>
        <p:grpSpPr bwMode="auto">
          <a:xfrm rot="0">
            <a:off x="11060897" y="4135327"/>
            <a:ext cx="218342" cy="218342"/>
            <a:chOff x="0" y="0"/>
            <a:chExt cx="812800" cy="812800"/>
          </a:xfrm>
        </p:grpSpPr>
        <p:sp>
          <p:nvSpPr>
            <p:cNvPr id="25" name="Freeform 25"/>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26" name="TextBox 26"/>
            <p:cNvSpPr txBox="1"/>
            <p:nvPr/>
          </p:nvSpPr>
          <p:spPr bwMode="auto">
            <a:xfrm>
              <a:off x="76200" y="19050"/>
              <a:ext cx="660400" cy="717550"/>
            </a:xfrm>
            <a:prstGeom prst="rect">
              <a:avLst/>
            </a:prstGeom>
            <a:grpFill/>
          </p:spPr>
          <p:txBody>
            <a:bodyPr lIns="47086" tIns="47086" rIns="47086" bIns="47086" rtlCol="0" anchor="ctr"/>
            <a:lstStyle/>
            <a:p>
              <a:pPr algn="ctr">
                <a:lnSpc>
                  <a:spcPts val="2659"/>
                </a:lnSpc>
                <a:spcBef>
                  <a:spcPts val="0"/>
                </a:spcBef>
                <a:defRPr/>
              </a:pPr>
              <a:endParaRPr/>
            </a:p>
          </p:txBody>
        </p:sp>
      </p:grpSp>
      <p:grpSp>
        <p:nvGrpSpPr>
          <p:cNvPr id="1225356784" name="Group 27"/>
          <p:cNvGrpSpPr/>
          <p:nvPr/>
        </p:nvGrpSpPr>
        <p:grpSpPr bwMode="auto">
          <a:xfrm rot="0">
            <a:off x="11604025" y="5391009"/>
            <a:ext cx="4950613" cy="1272624"/>
            <a:chOff x="0" y="0"/>
            <a:chExt cx="1013318" cy="260488"/>
          </a:xfrm>
        </p:grpSpPr>
        <p:sp>
          <p:nvSpPr>
            <p:cNvPr id="28" name="Freeform 28"/>
            <p:cNvSpPr/>
            <p:nvPr/>
          </p:nvSpPr>
          <p:spPr bwMode="auto">
            <a:xfrm rot="0" flipH="0" flipV="0">
              <a:off x="0" y="0"/>
              <a:ext cx="1013318" cy="260488"/>
            </a:xfrm>
            <a:custGeom>
              <a:avLst/>
              <a:gdLst/>
              <a:ahLst/>
              <a:cxnLst/>
              <a:rect l="l" t="t" r="r" b="b"/>
              <a:pathLst>
                <a:path w="1013318" h="260488" fill="norm" stroke="1" extrusionOk="0">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9" name="TextBox 29"/>
            <p:cNvSpPr txBox="1"/>
            <p:nvPr/>
          </p:nvSpPr>
          <p:spPr bwMode="auto">
            <a:xfrm>
              <a:off x="0" y="-57150"/>
              <a:ext cx="1013318" cy="317638"/>
            </a:xfrm>
            <a:prstGeom prst="rect">
              <a:avLst/>
            </a:prstGeom>
            <a:grpFill/>
          </p:spPr>
          <p:txBody>
            <a:bodyPr lIns="47086" tIns="47086" rIns="47086" bIns="47086" rtlCol="0" anchor="ctr"/>
            <a:lstStyle/>
            <a:p>
              <a:pPr algn="ctr">
                <a:lnSpc>
                  <a:spcPts val="2659"/>
                </a:lnSpc>
                <a:defRPr/>
              </a:pPr>
              <a:endParaRPr/>
            </a:p>
          </p:txBody>
        </p:sp>
      </p:grpSp>
      <p:grpSp>
        <p:nvGrpSpPr>
          <p:cNvPr id="1160921428" name="Group 30"/>
          <p:cNvGrpSpPr/>
          <p:nvPr/>
        </p:nvGrpSpPr>
        <p:grpSpPr bwMode="auto">
          <a:xfrm rot="0">
            <a:off x="11060897" y="5902970"/>
            <a:ext cx="218342" cy="218342"/>
            <a:chOff x="0" y="0"/>
            <a:chExt cx="812800" cy="812800"/>
          </a:xfrm>
        </p:grpSpPr>
        <p:sp>
          <p:nvSpPr>
            <p:cNvPr id="31" name="Freeform 31"/>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32" name="TextBox 32"/>
            <p:cNvSpPr txBox="1"/>
            <p:nvPr/>
          </p:nvSpPr>
          <p:spPr bwMode="auto">
            <a:xfrm>
              <a:off x="76200" y="19050"/>
              <a:ext cx="660400" cy="717550"/>
            </a:xfrm>
            <a:prstGeom prst="rect">
              <a:avLst/>
            </a:prstGeom>
            <a:grpFill/>
          </p:spPr>
          <p:txBody>
            <a:bodyPr lIns="47086" tIns="47086" rIns="47086" bIns="47086" rtlCol="0" anchor="ctr"/>
            <a:lstStyle/>
            <a:p>
              <a:pPr algn="ctr">
                <a:lnSpc>
                  <a:spcPts val="2659"/>
                </a:lnSpc>
                <a:spcBef>
                  <a:spcPts val="0"/>
                </a:spcBef>
                <a:defRPr/>
              </a:pPr>
              <a:endParaRPr/>
            </a:p>
          </p:txBody>
        </p:sp>
      </p:grpSp>
      <p:grpSp>
        <p:nvGrpSpPr>
          <p:cNvPr id="264225807" name="Group 33"/>
          <p:cNvGrpSpPr/>
          <p:nvPr/>
        </p:nvGrpSpPr>
        <p:grpSpPr bwMode="auto">
          <a:xfrm rot="0">
            <a:off x="10647893" y="7158653"/>
            <a:ext cx="4950613" cy="1272624"/>
            <a:chOff x="0" y="0"/>
            <a:chExt cx="1013318" cy="260488"/>
          </a:xfrm>
        </p:grpSpPr>
        <p:sp>
          <p:nvSpPr>
            <p:cNvPr id="34" name="Freeform 34"/>
            <p:cNvSpPr/>
            <p:nvPr/>
          </p:nvSpPr>
          <p:spPr bwMode="auto">
            <a:xfrm rot="0" flipH="0" flipV="0">
              <a:off x="0" y="0"/>
              <a:ext cx="1013318" cy="260488"/>
            </a:xfrm>
            <a:custGeom>
              <a:avLst/>
              <a:gdLst/>
              <a:ahLst/>
              <a:cxnLst/>
              <a:rect l="l" t="t" r="r" b="b"/>
              <a:pathLst>
                <a:path w="1013318" h="260488" fill="norm" stroke="1" extrusionOk="0">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35" name="TextBox 35"/>
            <p:cNvSpPr txBox="1"/>
            <p:nvPr/>
          </p:nvSpPr>
          <p:spPr bwMode="auto">
            <a:xfrm>
              <a:off x="0" y="-57150"/>
              <a:ext cx="1013318" cy="317638"/>
            </a:xfrm>
            <a:prstGeom prst="rect">
              <a:avLst/>
            </a:prstGeom>
            <a:grpFill/>
          </p:spPr>
          <p:txBody>
            <a:bodyPr lIns="47086" tIns="47086" rIns="47086" bIns="47086" rtlCol="0" anchor="ctr"/>
            <a:lstStyle/>
            <a:p>
              <a:pPr algn="ctr">
                <a:lnSpc>
                  <a:spcPts val="2659"/>
                </a:lnSpc>
                <a:defRPr/>
              </a:pPr>
              <a:endParaRPr/>
            </a:p>
          </p:txBody>
        </p:sp>
      </p:grpSp>
      <p:grpSp>
        <p:nvGrpSpPr>
          <p:cNvPr id="872977209" name="Group 36"/>
          <p:cNvGrpSpPr/>
          <p:nvPr/>
        </p:nvGrpSpPr>
        <p:grpSpPr bwMode="auto">
          <a:xfrm rot="0">
            <a:off x="10104764" y="7670613"/>
            <a:ext cx="218342" cy="218342"/>
            <a:chOff x="0" y="0"/>
            <a:chExt cx="812800" cy="812800"/>
          </a:xfrm>
        </p:grpSpPr>
        <p:sp>
          <p:nvSpPr>
            <p:cNvPr id="37" name="Freeform 37"/>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38" name="TextBox 38"/>
            <p:cNvSpPr txBox="1"/>
            <p:nvPr/>
          </p:nvSpPr>
          <p:spPr bwMode="auto">
            <a:xfrm>
              <a:off x="76200" y="19050"/>
              <a:ext cx="660400" cy="717550"/>
            </a:xfrm>
            <a:prstGeom prst="rect">
              <a:avLst/>
            </a:prstGeom>
            <a:grpFill/>
          </p:spPr>
          <p:txBody>
            <a:bodyPr lIns="47086" tIns="47086" rIns="47086" bIns="47086" rtlCol="0" anchor="ctr"/>
            <a:lstStyle/>
            <a:p>
              <a:pPr algn="ctr">
                <a:lnSpc>
                  <a:spcPts val="2659"/>
                </a:lnSpc>
                <a:spcBef>
                  <a:spcPts val="0"/>
                </a:spcBef>
                <a:defRPr/>
              </a:pPr>
              <a:endParaRPr/>
            </a:p>
          </p:txBody>
        </p:sp>
      </p:grpSp>
      <p:grpSp>
        <p:nvGrpSpPr>
          <p:cNvPr id="198196917" name="Group 39"/>
          <p:cNvGrpSpPr/>
          <p:nvPr/>
        </p:nvGrpSpPr>
        <p:grpSpPr bwMode="auto">
          <a:xfrm rot="0">
            <a:off x="17491799" y="8458418"/>
            <a:ext cx="951769" cy="799882"/>
            <a:chOff x="0" y="0"/>
            <a:chExt cx="967140" cy="812800"/>
          </a:xfrm>
        </p:grpSpPr>
        <p:sp>
          <p:nvSpPr>
            <p:cNvPr id="40" name="Freeform 40"/>
            <p:cNvSpPr/>
            <p:nvPr/>
          </p:nvSpPr>
          <p:spPr bwMode="auto">
            <a:xfrm rot="0" flipH="0" flipV="0">
              <a:off x="0" y="0"/>
              <a:ext cx="967140" cy="812800"/>
            </a:xfrm>
            <a:custGeom>
              <a:avLst/>
              <a:gdLst/>
              <a:ahLst/>
              <a:cxnLst/>
              <a:rect l="l" t="t" r="r" b="b"/>
              <a:pathLst>
                <a:path w="967140" h="812800" fill="norm" stroke="1" extrusionOk="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41" name="TextBox 41"/>
            <p:cNvSpPr txBox="1"/>
            <p:nvPr/>
          </p:nvSpPr>
          <p:spPr bwMode="auto">
            <a:xfrm>
              <a:off x="0" y="-57150"/>
              <a:ext cx="967140" cy="869950"/>
            </a:xfrm>
            <a:prstGeom prst="rect">
              <a:avLst/>
            </a:prstGeom>
            <a:grpFill/>
          </p:spPr>
          <p:txBody>
            <a:bodyPr lIns="50800" tIns="50800" rIns="50800" bIns="50800" rtlCol="0" anchor="ctr"/>
            <a:lstStyle/>
            <a:p>
              <a:pPr algn="ctr">
                <a:lnSpc>
                  <a:spcPts val="2659"/>
                </a:lnSpc>
                <a:defRPr/>
              </a:pPr>
              <a:endParaRPr/>
            </a:p>
          </p:txBody>
        </p:sp>
      </p:grpSp>
      <p:sp>
        <p:nvSpPr>
          <p:cNvPr id="1492620730" name="TextBox 42"/>
          <p:cNvSpPr txBox="1"/>
          <p:nvPr/>
        </p:nvSpPr>
        <p:spPr bwMode="auto">
          <a:xfrm rot="0">
            <a:off x="17674380" y="8710688"/>
            <a:ext cx="442747" cy="257943"/>
          </a:xfrm>
          <a:prstGeom prst="rect">
            <a:avLst/>
          </a:prstGeom>
        </p:spPr>
        <p:txBody>
          <a:bodyPr lIns="0" tIns="0" rIns="0" bIns="0" rtlCol="0" anchor="t">
            <a:spAutoFit/>
          </a:bodyPr>
          <a:lstStyle/>
          <a:p>
            <a:pPr algn="ctr">
              <a:lnSpc>
                <a:spcPts val="2057"/>
              </a:lnSpc>
              <a:spcBef>
                <a:spcPts val="0"/>
              </a:spcBef>
              <a:defRPr/>
            </a:pPr>
            <a:r>
              <a:rPr lang="en-US" sz="1450" b="1">
                <a:solidFill>
                  <a:srgbClr val="FFFFFF"/>
                </a:solidFill>
                <a:latin typeface="Poppins Bold"/>
                <a:ea typeface="Poppins Bold"/>
                <a:cs typeface="Poppins Bold"/>
              </a:rPr>
              <a:t>02</a:t>
            </a:r>
            <a:endParaRPr/>
          </a:p>
        </p:txBody>
      </p:sp>
      <p:sp>
        <p:nvSpPr>
          <p:cNvPr id="1458001354" name="TextBox 43"/>
          <p:cNvSpPr txBox="1"/>
          <p:nvPr/>
        </p:nvSpPr>
        <p:spPr bwMode="auto">
          <a:xfrm rot="0">
            <a:off x="10630340" y="2093277"/>
            <a:ext cx="4950613" cy="1009015"/>
          </a:xfrm>
          <a:prstGeom prst="rect">
            <a:avLst/>
          </a:prstGeom>
        </p:spPr>
        <p:txBody>
          <a:bodyPr lIns="0" tIns="0" rIns="0" bIns="0" rtlCol="0" anchor="t">
            <a:spAutoFit/>
          </a:bodyPr>
          <a:lstStyle/>
          <a:p>
            <a:pPr algn="ctr">
              <a:lnSpc>
                <a:spcPts val="2659"/>
              </a:lnSpc>
              <a:spcBef>
                <a:spcPts val="0"/>
              </a:spcBef>
              <a:defRPr/>
            </a:pPr>
            <a:r>
              <a:rPr lang="en-US" sz="1900">
                <a:solidFill>
                  <a:srgbClr val="000000"/>
                </a:solidFill>
                <a:latin typeface="Poppins"/>
                <a:ea typeface="Poppins"/>
                <a:cs typeface="Poppins"/>
              </a:rPr>
              <a:t>Students forget up to 80% of what they study within a week (Ebbinghaus forgetting curve).</a:t>
            </a:r>
            <a:endParaRPr/>
          </a:p>
        </p:txBody>
      </p:sp>
      <p:sp>
        <p:nvSpPr>
          <p:cNvPr id="1313907169" name="TextBox 44"/>
          <p:cNvSpPr txBox="1"/>
          <p:nvPr/>
        </p:nvSpPr>
        <p:spPr bwMode="auto">
          <a:xfrm rot="0">
            <a:off x="11604025" y="3893283"/>
            <a:ext cx="4950613" cy="675640"/>
          </a:xfrm>
          <a:prstGeom prst="rect">
            <a:avLst/>
          </a:prstGeom>
        </p:spPr>
        <p:txBody>
          <a:bodyPr lIns="0" tIns="0" rIns="0" bIns="0" rtlCol="0" anchor="t">
            <a:spAutoFit/>
          </a:bodyPr>
          <a:lstStyle/>
          <a:p>
            <a:pPr algn="ctr">
              <a:lnSpc>
                <a:spcPts val="2659"/>
              </a:lnSpc>
              <a:spcBef>
                <a:spcPts val="0"/>
              </a:spcBef>
              <a:defRPr/>
            </a:pPr>
            <a:r>
              <a:rPr lang="en-US" sz="1900">
                <a:solidFill>
                  <a:srgbClr val="000000"/>
                </a:solidFill>
                <a:latin typeface="Poppins"/>
                <a:ea typeface="Poppins"/>
                <a:cs typeface="Poppins"/>
              </a:rPr>
              <a:t>Long study hours wasted due to poor review methods.</a:t>
            </a:r>
            <a:endParaRPr/>
          </a:p>
        </p:txBody>
      </p:sp>
      <p:sp>
        <p:nvSpPr>
          <p:cNvPr id="1236536089" name="TextBox 45"/>
          <p:cNvSpPr txBox="1"/>
          <p:nvPr/>
        </p:nvSpPr>
        <p:spPr bwMode="auto">
          <a:xfrm rot="0">
            <a:off x="11673323" y="5660926"/>
            <a:ext cx="4751607" cy="675640"/>
          </a:xfrm>
          <a:prstGeom prst="rect">
            <a:avLst/>
          </a:prstGeom>
        </p:spPr>
        <p:txBody>
          <a:bodyPr lIns="0" tIns="0" rIns="0" bIns="0" rtlCol="0" anchor="t">
            <a:spAutoFit/>
          </a:bodyPr>
          <a:lstStyle/>
          <a:p>
            <a:pPr algn="ctr">
              <a:lnSpc>
                <a:spcPts val="2659"/>
              </a:lnSpc>
              <a:spcBef>
                <a:spcPts val="0"/>
              </a:spcBef>
              <a:defRPr/>
            </a:pPr>
            <a:r>
              <a:rPr lang="en-US" sz="1900">
                <a:solidFill>
                  <a:srgbClr val="000000"/>
                </a:solidFill>
                <a:latin typeface="Poppins"/>
                <a:ea typeface="Poppins"/>
                <a:cs typeface="Poppins"/>
              </a:rPr>
              <a:t>A mobile app that uses spaced repetition + active recall.</a:t>
            </a:r>
            <a:endParaRPr/>
          </a:p>
        </p:txBody>
      </p:sp>
      <p:sp>
        <p:nvSpPr>
          <p:cNvPr id="652605348" name="TextBox 46"/>
          <p:cNvSpPr txBox="1"/>
          <p:nvPr/>
        </p:nvSpPr>
        <p:spPr bwMode="auto">
          <a:xfrm rot="0">
            <a:off x="10542181" y="7428569"/>
            <a:ext cx="4950613" cy="675640"/>
          </a:xfrm>
          <a:prstGeom prst="rect">
            <a:avLst/>
          </a:prstGeom>
        </p:spPr>
        <p:txBody>
          <a:bodyPr lIns="0" tIns="0" rIns="0" bIns="0" rtlCol="0" anchor="t">
            <a:spAutoFit/>
          </a:bodyPr>
          <a:lstStyle/>
          <a:p>
            <a:pPr algn="ctr">
              <a:lnSpc>
                <a:spcPts val="2659"/>
              </a:lnSpc>
              <a:spcBef>
                <a:spcPts val="0"/>
              </a:spcBef>
              <a:defRPr/>
            </a:pPr>
            <a:r>
              <a:rPr lang="en-US" sz="1900">
                <a:solidFill>
                  <a:srgbClr val="000000"/>
                </a:solidFill>
                <a:latin typeface="Poppins"/>
                <a:ea typeface="Poppins"/>
                <a:cs typeface="Poppins"/>
              </a:rPr>
              <a:t>Students create digital flashcards &amp; get optimized review schedules.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777523792" name="Group 2"/>
          <p:cNvGrpSpPr/>
          <p:nvPr/>
        </p:nvGrpSpPr>
        <p:grpSpPr bwMode="auto">
          <a:xfrm rot="0">
            <a:off x="17491799" y="8458418"/>
            <a:ext cx="951769" cy="799882"/>
            <a:chOff x="0" y="0"/>
            <a:chExt cx="967140" cy="812800"/>
          </a:xfrm>
        </p:grpSpPr>
        <p:sp>
          <p:nvSpPr>
            <p:cNvPr id="3" name="Freeform 3"/>
            <p:cNvSpPr/>
            <p:nvPr/>
          </p:nvSpPr>
          <p:spPr bwMode="auto">
            <a:xfrm rot="0" flipH="0" flipV="0">
              <a:off x="0" y="0"/>
              <a:ext cx="967140" cy="812800"/>
            </a:xfrm>
            <a:custGeom>
              <a:avLst/>
              <a:gdLst/>
              <a:ahLst/>
              <a:cxnLst/>
              <a:rect l="l" t="t" r="r" b="b"/>
              <a:pathLst>
                <a:path w="967140" h="812800" fill="norm" stroke="1" extrusionOk="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4" name="TextBox 4"/>
            <p:cNvSpPr txBox="1"/>
            <p:nvPr/>
          </p:nvSpPr>
          <p:spPr bwMode="auto">
            <a:xfrm>
              <a:off x="0" y="-57150"/>
              <a:ext cx="967140" cy="869950"/>
            </a:xfrm>
            <a:prstGeom prst="rect">
              <a:avLst/>
            </a:prstGeom>
            <a:grpFill/>
          </p:spPr>
          <p:txBody>
            <a:bodyPr lIns="50800" tIns="50800" rIns="50800" bIns="50800" rtlCol="0" anchor="ctr"/>
            <a:lstStyle/>
            <a:p>
              <a:pPr algn="ctr">
                <a:lnSpc>
                  <a:spcPts val="2659"/>
                </a:lnSpc>
                <a:defRPr/>
              </a:pPr>
              <a:endParaRPr/>
            </a:p>
          </p:txBody>
        </p:sp>
      </p:grpSp>
      <p:sp>
        <p:nvSpPr>
          <p:cNvPr id="250362823" name="TextBox 5"/>
          <p:cNvSpPr txBox="1"/>
          <p:nvPr/>
        </p:nvSpPr>
        <p:spPr bwMode="auto">
          <a:xfrm rot="0">
            <a:off x="17674380" y="8710688"/>
            <a:ext cx="442747" cy="257943"/>
          </a:xfrm>
          <a:prstGeom prst="rect">
            <a:avLst/>
          </a:prstGeom>
        </p:spPr>
        <p:txBody>
          <a:bodyPr lIns="0" tIns="0" rIns="0" bIns="0" rtlCol="0" anchor="t">
            <a:spAutoFit/>
          </a:bodyPr>
          <a:lstStyle/>
          <a:p>
            <a:pPr algn="ctr">
              <a:lnSpc>
                <a:spcPts val="2057"/>
              </a:lnSpc>
              <a:spcBef>
                <a:spcPts val="0"/>
              </a:spcBef>
              <a:defRPr/>
            </a:pPr>
            <a:r>
              <a:rPr lang="en-US" sz="1450" b="1">
                <a:solidFill>
                  <a:srgbClr val="FFFFFF"/>
                </a:solidFill>
                <a:latin typeface="Poppins Bold"/>
                <a:ea typeface="Poppins Bold"/>
                <a:cs typeface="Poppins Bold"/>
              </a:rPr>
              <a:t>03</a:t>
            </a:r>
            <a:endParaRPr/>
          </a:p>
        </p:txBody>
      </p:sp>
      <p:grpSp>
        <p:nvGrpSpPr>
          <p:cNvPr id="380145122" name="Group 6"/>
          <p:cNvGrpSpPr/>
          <p:nvPr/>
        </p:nvGrpSpPr>
        <p:grpSpPr bwMode="auto">
          <a:xfrm rot="0">
            <a:off x="2409860" y="3351068"/>
            <a:ext cx="4950613" cy="1272624"/>
            <a:chOff x="0" y="0"/>
            <a:chExt cx="1013318" cy="260488"/>
          </a:xfrm>
        </p:grpSpPr>
        <p:sp>
          <p:nvSpPr>
            <p:cNvPr id="7" name="Freeform 7"/>
            <p:cNvSpPr/>
            <p:nvPr/>
          </p:nvSpPr>
          <p:spPr bwMode="auto">
            <a:xfrm rot="0" flipH="0" flipV="0">
              <a:off x="0" y="0"/>
              <a:ext cx="1013318" cy="260488"/>
            </a:xfrm>
            <a:custGeom>
              <a:avLst/>
              <a:gdLst/>
              <a:ahLst/>
              <a:cxnLst/>
              <a:rect l="l" t="t" r="r" b="b"/>
              <a:pathLst>
                <a:path w="1013318" h="260488" fill="norm" stroke="1" extrusionOk="0">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8" name="TextBox 8"/>
            <p:cNvSpPr txBox="1"/>
            <p:nvPr/>
          </p:nvSpPr>
          <p:spPr bwMode="auto">
            <a:xfrm>
              <a:off x="0" y="-57150"/>
              <a:ext cx="1013318" cy="317638"/>
            </a:xfrm>
            <a:prstGeom prst="rect">
              <a:avLst/>
            </a:prstGeom>
            <a:grpFill/>
          </p:spPr>
          <p:txBody>
            <a:bodyPr lIns="47086" tIns="47086" rIns="47086" bIns="47086" rtlCol="0" anchor="ctr"/>
            <a:lstStyle/>
            <a:p>
              <a:pPr algn="ctr">
                <a:lnSpc>
                  <a:spcPts val="2659"/>
                </a:lnSpc>
                <a:defRPr/>
              </a:pPr>
              <a:endParaRPr/>
            </a:p>
          </p:txBody>
        </p:sp>
      </p:grpSp>
      <p:grpSp>
        <p:nvGrpSpPr>
          <p:cNvPr id="2097035096" name="Group 9"/>
          <p:cNvGrpSpPr/>
          <p:nvPr/>
        </p:nvGrpSpPr>
        <p:grpSpPr bwMode="auto">
          <a:xfrm rot="0">
            <a:off x="2409860" y="5404741"/>
            <a:ext cx="4950613" cy="1272624"/>
            <a:chOff x="0" y="0"/>
            <a:chExt cx="1013318" cy="260488"/>
          </a:xfrm>
        </p:grpSpPr>
        <p:sp>
          <p:nvSpPr>
            <p:cNvPr id="10" name="Freeform 10"/>
            <p:cNvSpPr/>
            <p:nvPr/>
          </p:nvSpPr>
          <p:spPr bwMode="auto">
            <a:xfrm rot="0" flipH="0" flipV="0">
              <a:off x="0" y="0"/>
              <a:ext cx="1013318" cy="260488"/>
            </a:xfrm>
            <a:custGeom>
              <a:avLst/>
              <a:gdLst/>
              <a:ahLst/>
              <a:cxnLst/>
              <a:rect l="l" t="t" r="r" b="b"/>
              <a:pathLst>
                <a:path w="1013318" h="260488" fill="norm" stroke="1" extrusionOk="0">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11" name="TextBox 11"/>
            <p:cNvSpPr txBox="1"/>
            <p:nvPr/>
          </p:nvSpPr>
          <p:spPr bwMode="auto">
            <a:xfrm>
              <a:off x="0" y="-57150"/>
              <a:ext cx="1013318" cy="317638"/>
            </a:xfrm>
            <a:prstGeom prst="rect">
              <a:avLst/>
            </a:prstGeom>
            <a:grpFill/>
          </p:spPr>
          <p:txBody>
            <a:bodyPr lIns="47086" tIns="47086" rIns="47086" bIns="47086" rtlCol="0" anchor="ctr"/>
            <a:lstStyle/>
            <a:p>
              <a:pPr algn="ctr">
                <a:lnSpc>
                  <a:spcPts val="2659"/>
                </a:lnSpc>
                <a:defRPr/>
              </a:pPr>
              <a:endParaRPr/>
            </a:p>
          </p:txBody>
        </p:sp>
      </p:grpSp>
      <p:grpSp>
        <p:nvGrpSpPr>
          <p:cNvPr id="1009332715" name="Group 12"/>
          <p:cNvGrpSpPr/>
          <p:nvPr/>
        </p:nvGrpSpPr>
        <p:grpSpPr bwMode="auto">
          <a:xfrm rot="0">
            <a:off x="2409860" y="7585735"/>
            <a:ext cx="4950613" cy="1272624"/>
            <a:chOff x="0" y="0"/>
            <a:chExt cx="1013318" cy="260488"/>
          </a:xfrm>
        </p:grpSpPr>
        <p:sp>
          <p:nvSpPr>
            <p:cNvPr id="13" name="Freeform 13"/>
            <p:cNvSpPr/>
            <p:nvPr/>
          </p:nvSpPr>
          <p:spPr bwMode="auto">
            <a:xfrm rot="0" flipH="0" flipV="0">
              <a:off x="0" y="0"/>
              <a:ext cx="1013318" cy="260488"/>
            </a:xfrm>
            <a:custGeom>
              <a:avLst/>
              <a:gdLst/>
              <a:ahLst/>
              <a:cxnLst/>
              <a:rect l="l" t="t" r="r" b="b"/>
              <a:pathLst>
                <a:path w="1013318" h="260488" fill="norm" stroke="1" extrusionOk="0">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14" name="TextBox 14"/>
            <p:cNvSpPr txBox="1"/>
            <p:nvPr/>
          </p:nvSpPr>
          <p:spPr bwMode="auto">
            <a:xfrm>
              <a:off x="0" y="-57150"/>
              <a:ext cx="1013318" cy="317638"/>
            </a:xfrm>
            <a:prstGeom prst="rect">
              <a:avLst/>
            </a:prstGeom>
            <a:grpFill/>
          </p:spPr>
          <p:txBody>
            <a:bodyPr lIns="47086" tIns="47086" rIns="47086" bIns="47086" rtlCol="0" anchor="ctr"/>
            <a:lstStyle/>
            <a:p>
              <a:pPr algn="ctr">
                <a:lnSpc>
                  <a:spcPts val="2659"/>
                </a:lnSpc>
                <a:defRPr/>
              </a:pPr>
              <a:endParaRPr/>
            </a:p>
          </p:txBody>
        </p:sp>
      </p:grpSp>
      <p:grpSp>
        <p:nvGrpSpPr>
          <p:cNvPr id="385805295" name="Group 15"/>
          <p:cNvGrpSpPr/>
          <p:nvPr/>
        </p:nvGrpSpPr>
        <p:grpSpPr bwMode="auto">
          <a:xfrm rot="0">
            <a:off x="10927526" y="3351068"/>
            <a:ext cx="4950613" cy="1272624"/>
            <a:chOff x="0" y="0"/>
            <a:chExt cx="1013318" cy="260488"/>
          </a:xfrm>
        </p:grpSpPr>
        <p:sp>
          <p:nvSpPr>
            <p:cNvPr id="16" name="Freeform 16"/>
            <p:cNvSpPr/>
            <p:nvPr/>
          </p:nvSpPr>
          <p:spPr bwMode="auto">
            <a:xfrm rot="0" flipH="0" flipV="0">
              <a:off x="0" y="0"/>
              <a:ext cx="1013318" cy="260488"/>
            </a:xfrm>
            <a:custGeom>
              <a:avLst/>
              <a:gdLst/>
              <a:ahLst/>
              <a:cxnLst/>
              <a:rect l="l" t="t" r="r" b="b"/>
              <a:pathLst>
                <a:path w="1013318" h="260488" fill="norm" stroke="1" extrusionOk="0">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17" name="TextBox 17"/>
            <p:cNvSpPr txBox="1"/>
            <p:nvPr/>
          </p:nvSpPr>
          <p:spPr bwMode="auto">
            <a:xfrm>
              <a:off x="0" y="-57150"/>
              <a:ext cx="1013318" cy="317638"/>
            </a:xfrm>
            <a:prstGeom prst="rect">
              <a:avLst/>
            </a:prstGeom>
            <a:grpFill/>
          </p:spPr>
          <p:txBody>
            <a:bodyPr lIns="47086" tIns="47086" rIns="47086" bIns="47086" rtlCol="0" anchor="ctr"/>
            <a:lstStyle/>
            <a:p>
              <a:pPr algn="ctr">
                <a:lnSpc>
                  <a:spcPts val="2659"/>
                </a:lnSpc>
                <a:defRPr/>
              </a:pPr>
              <a:endParaRPr/>
            </a:p>
          </p:txBody>
        </p:sp>
      </p:grpSp>
      <p:sp>
        <p:nvSpPr>
          <p:cNvPr id="1661622868" name="TextBox 18"/>
          <p:cNvSpPr txBox="1"/>
          <p:nvPr/>
        </p:nvSpPr>
        <p:spPr bwMode="auto">
          <a:xfrm rot="0">
            <a:off x="11405201" y="3516903"/>
            <a:ext cx="4233632" cy="1300992"/>
          </a:xfrm>
          <a:prstGeom prst="rect">
            <a:avLst/>
          </a:prstGeom>
        </p:spPr>
        <p:txBody>
          <a:bodyPr lIns="0" tIns="0" rIns="0" bIns="0" rtlCol="0" anchor="t">
            <a:spAutoFit/>
          </a:bodyPr>
          <a:lstStyle/>
          <a:p>
            <a:pPr algn="l">
              <a:lnSpc>
                <a:spcPts val="3422"/>
              </a:lnSpc>
              <a:spcBef>
                <a:spcPts val="0"/>
              </a:spcBef>
              <a:defRPr/>
            </a:pPr>
            <a:r>
              <a:rPr lang="en-US" sz="2450">
                <a:solidFill>
                  <a:srgbClr val="3B3B3B"/>
                </a:solidFill>
                <a:latin typeface="Poppins"/>
                <a:ea typeface="Poppins"/>
                <a:cs typeface="Poppins"/>
              </a:rPr>
              <a:t>AI-assisted flashcard generation from documents</a:t>
            </a:r>
            <a:endParaRPr/>
          </a:p>
        </p:txBody>
      </p:sp>
      <p:grpSp>
        <p:nvGrpSpPr>
          <p:cNvPr id="1110320411" name="Group 19"/>
          <p:cNvGrpSpPr/>
          <p:nvPr/>
        </p:nvGrpSpPr>
        <p:grpSpPr bwMode="auto">
          <a:xfrm rot="0">
            <a:off x="10927526" y="5404741"/>
            <a:ext cx="4950613" cy="1272624"/>
            <a:chOff x="0" y="0"/>
            <a:chExt cx="1013318" cy="260488"/>
          </a:xfrm>
        </p:grpSpPr>
        <p:sp>
          <p:nvSpPr>
            <p:cNvPr id="20" name="Freeform 20"/>
            <p:cNvSpPr/>
            <p:nvPr/>
          </p:nvSpPr>
          <p:spPr bwMode="auto">
            <a:xfrm rot="0" flipH="0" flipV="0">
              <a:off x="0" y="0"/>
              <a:ext cx="1013318" cy="260488"/>
            </a:xfrm>
            <a:custGeom>
              <a:avLst/>
              <a:gdLst/>
              <a:ahLst/>
              <a:cxnLst/>
              <a:rect l="l" t="t" r="r" b="b"/>
              <a:pathLst>
                <a:path w="1013318" h="260488" fill="norm" stroke="1" extrusionOk="0">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1" name="TextBox 21"/>
            <p:cNvSpPr txBox="1"/>
            <p:nvPr/>
          </p:nvSpPr>
          <p:spPr bwMode="auto">
            <a:xfrm>
              <a:off x="0" y="-57150"/>
              <a:ext cx="1013318" cy="317638"/>
            </a:xfrm>
            <a:prstGeom prst="rect">
              <a:avLst/>
            </a:prstGeom>
            <a:grpFill/>
          </p:spPr>
          <p:txBody>
            <a:bodyPr lIns="47086" tIns="47086" rIns="47086" bIns="47086" rtlCol="0" anchor="ctr"/>
            <a:lstStyle/>
            <a:p>
              <a:pPr algn="ctr">
                <a:lnSpc>
                  <a:spcPts val="2659"/>
                </a:lnSpc>
                <a:defRPr/>
              </a:pPr>
              <a:endParaRPr/>
            </a:p>
          </p:txBody>
        </p:sp>
      </p:grpSp>
      <p:sp>
        <p:nvSpPr>
          <p:cNvPr id="1967632099" name="TextBox 22"/>
          <p:cNvSpPr txBox="1"/>
          <p:nvPr/>
        </p:nvSpPr>
        <p:spPr bwMode="auto">
          <a:xfrm rot="0">
            <a:off x="11582434" y="5566940"/>
            <a:ext cx="3448990" cy="872029"/>
          </a:xfrm>
          <a:prstGeom prst="rect">
            <a:avLst/>
          </a:prstGeom>
        </p:spPr>
        <p:txBody>
          <a:bodyPr lIns="0" tIns="0" rIns="0" bIns="0" rtlCol="0" anchor="t">
            <a:spAutoFit/>
          </a:bodyPr>
          <a:lstStyle/>
          <a:p>
            <a:pPr algn="l">
              <a:lnSpc>
                <a:spcPts val="3422"/>
              </a:lnSpc>
              <a:spcBef>
                <a:spcPts val="0"/>
              </a:spcBef>
              <a:defRPr/>
            </a:pPr>
            <a:r>
              <a:rPr lang="en-US" sz="2450">
                <a:solidFill>
                  <a:srgbClr val="3B3B3B"/>
                </a:solidFill>
                <a:latin typeface="Poppins"/>
                <a:ea typeface="Poppins"/>
                <a:cs typeface="Poppins"/>
              </a:rPr>
              <a:t>Cloud sync with Supabase</a:t>
            </a:r>
            <a:endParaRPr/>
          </a:p>
        </p:txBody>
      </p:sp>
      <p:grpSp>
        <p:nvGrpSpPr>
          <p:cNvPr id="888986239" name="Group 23"/>
          <p:cNvGrpSpPr/>
          <p:nvPr/>
        </p:nvGrpSpPr>
        <p:grpSpPr bwMode="auto">
          <a:xfrm rot="0">
            <a:off x="10927526" y="7458416"/>
            <a:ext cx="4950613" cy="1272624"/>
            <a:chOff x="0" y="0"/>
            <a:chExt cx="1013318" cy="260488"/>
          </a:xfrm>
        </p:grpSpPr>
        <p:sp>
          <p:nvSpPr>
            <p:cNvPr id="24" name="Freeform 24"/>
            <p:cNvSpPr/>
            <p:nvPr/>
          </p:nvSpPr>
          <p:spPr bwMode="auto">
            <a:xfrm rot="0" flipH="0" flipV="0">
              <a:off x="0" y="0"/>
              <a:ext cx="1013318" cy="260488"/>
            </a:xfrm>
            <a:custGeom>
              <a:avLst/>
              <a:gdLst/>
              <a:ahLst/>
              <a:cxnLst/>
              <a:rect l="l" t="t" r="r" b="b"/>
              <a:pathLst>
                <a:path w="1013318" h="260488" fill="norm" stroke="1" extrusionOk="0">
                  <a:moveTo>
                    <a:pt x="130244" y="0"/>
                  </a:moveTo>
                  <a:lnTo>
                    <a:pt x="883074" y="0"/>
                  </a:lnTo>
                  <a:cubicBezTo>
                    <a:pt x="917617" y="0"/>
                    <a:pt x="950745" y="13722"/>
                    <a:pt x="975171" y="38148"/>
                  </a:cubicBezTo>
                  <a:cubicBezTo>
                    <a:pt x="999596" y="62573"/>
                    <a:pt x="1013318" y="95701"/>
                    <a:pt x="1013318" y="130244"/>
                  </a:cubicBezTo>
                  <a:lnTo>
                    <a:pt x="1013318" y="130244"/>
                  </a:lnTo>
                  <a:cubicBezTo>
                    <a:pt x="1013318" y="202175"/>
                    <a:pt x="955006" y="260488"/>
                    <a:pt x="883074" y="260488"/>
                  </a:cubicBezTo>
                  <a:lnTo>
                    <a:pt x="130244" y="260488"/>
                  </a:lnTo>
                  <a:cubicBezTo>
                    <a:pt x="95701" y="260488"/>
                    <a:pt x="62573" y="246766"/>
                    <a:pt x="38148" y="222340"/>
                  </a:cubicBezTo>
                  <a:cubicBezTo>
                    <a:pt x="13722" y="197915"/>
                    <a:pt x="0" y="164787"/>
                    <a:pt x="0" y="130244"/>
                  </a:cubicBezTo>
                  <a:lnTo>
                    <a:pt x="0" y="130244"/>
                  </a:lnTo>
                  <a:cubicBezTo>
                    <a:pt x="0" y="95701"/>
                    <a:pt x="13722" y="62573"/>
                    <a:pt x="38148" y="38148"/>
                  </a:cubicBezTo>
                  <a:cubicBezTo>
                    <a:pt x="62573" y="13722"/>
                    <a:pt x="95701" y="0"/>
                    <a:pt x="130244" y="0"/>
                  </a:cubicBezTo>
                  <a:close/>
                </a:path>
              </a:pathLst>
            </a:custGeom>
            <a:solidFill>
              <a:srgbClr val="F8F8F8"/>
            </a:solidFill>
          </p:spPr>
        </p:sp>
        <p:sp>
          <p:nvSpPr>
            <p:cNvPr id="25" name="TextBox 25"/>
            <p:cNvSpPr txBox="1"/>
            <p:nvPr/>
          </p:nvSpPr>
          <p:spPr bwMode="auto">
            <a:xfrm>
              <a:off x="0" y="-57150"/>
              <a:ext cx="1013318" cy="317638"/>
            </a:xfrm>
            <a:prstGeom prst="rect">
              <a:avLst/>
            </a:prstGeom>
            <a:grpFill/>
          </p:spPr>
          <p:txBody>
            <a:bodyPr lIns="47086" tIns="47086" rIns="47086" bIns="47086" rtlCol="0" anchor="ctr"/>
            <a:lstStyle/>
            <a:p>
              <a:pPr algn="ctr">
                <a:lnSpc>
                  <a:spcPts val="2659"/>
                </a:lnSpc>
                <a:defRPr/>
              </a:pPr>
              <a:endParaRPr/>
            </a:p>
          </p:txBody>
        </p:sp>
      </p:grpSp>
      <p:sp>
        <p:nvSpPr>
          <p:cNvPr id="1716936952" name="TextBox 26"/>
          <p:cNvSpPr txBox="1"/>
          <p:nvPr/>
        </p:nvSpPr>
        <p:spPr bwMode="auto">
          <a:xfrm rot="0">
            <a:off x="5346047" y="1757104"/>
            <a:ext cx="7595905" cy="817749"/>
          </a:xfrm>
          <a:prstGeom prst="rect">
            <a:avLst/>
          </a:prstGeom>
        </p:spPr>
        <p:txBody>
          <a:bodyPr lIns="0" tIns="0" rIns="0" bIns="0" rtlCol="0" anchor="t">
            <a:spAutoFit/>
          </a:bodyPr>
          <a:lstStyle/>
          <a:p>
            <a:pPr algn="ctr">
              <a:lnSpc>
                <a:spcPts val="6385"/>
              </a:lnSpc>
              <a:spcBef>
                <a:spcPts val="0"/>
              </a:spcBef>
              <a:defRPr/>
            </a:pPr>
            <a:r>
              <a:rPr lang="en-US" sz="4550" b="1">
                <a:solidFill>
                  <a:srgbClr val="1F2020"/>
                </a:solidFill>
                <a:latin typeface="Poppins Bold"/>
                <a:ea typeface="Poppins Bold"/>
                <a:cs typeface="Poppins Bold"/>
              </a:rPr>
              <a:t>Features &amp; Scope</a:t>
            </a:r>
            <a:endParaRPr/>
          </a:p>
        </p:txBody>
      </p:sp>
      <p:sp>
        <p:nvSpPr>
          <p:cNvPr id="347029239" name="AutoShape 27"/>
          <p:cNvSpPr/>
          <p:nvPr/>
        </p:nvSpPr>
        <p:spPr bwMode="auto">
          <a:xfrm>
            <a:off x="7766528" y="3987380"/>
            <a:ext cx="2754945" cy="0"/>
          </a:xfrm>
          <a:prstGeom prst="line">
            <a:avLst/>
          </a:prstGeom>
          <a:ln w="28575" cap="flat">
            <a:solidFill>
              <a:srgbClr val="F8F8F8"/>
            </a:solidFill>
            <a:prstDash val="solid"/>
            <a:headEnd type="none" w="sm" len="sm"/>
            <a:tailEnd type="none" w="sm" len="sm"/>
          </a:ln>
        </p:spPr>
      </p:sp>
      <p:sp>
        <p:nvSpPr>
          <p:cNvPr id="198184294" name="AutoShape 28"/>
          <p:cNvSpPr/>
          <p:nvPr/>
        </p:nvSpPr>
        <p:spPr bwMode="auto">
          <a:xfrm>
            <a:off x="7766528" y="6041054"/>
            <a:ext cx="2754945" cy="0"/>
          </a:xfrm>
          <a:prstGeom prst="line">
            <a:avLst/>
          </a:prstGeom>
          <a:ln w="28575" cap="flat">
            <a:solidFill>
              <a:srgbClr val="F8F8F8"/>
            </a:solidFill>
            <a:prstDash val="solid"/>
            <a:headEnd type="none" w="sm" len="sm"/>
            <a:tailEnd type="none" w="sm" len="sm"/>
          </a:ln>
        </p:spPr>
      </p:sp>
      <p:sp>
        <p:nvSpPr>
          <p:cNvPr id="1527712370" name="AutoShape 29"/>
          <p:cNvSpPr/>
          <p:nvPr/>
        </p:nvSpPr>
        <p:spPr bwMode="auto">
          <a:xfrm>
            <a:off x="7766528" y="8094728"/>
            <a:ext cx="2754945" cy="0"/>
          </a:xfrm>
          <a:prstGeom prst="line">
            <a:avLst/>
          </a:prstGeom>
          <a:ln w="28575" cap="flat">
            <a:solidFill>
              <a:srgbClr val="F8F8F8"/>
            </a:solidFill>
            <a:prstDash val="solid"/>
            <a:headEnd type="none" w="sm" len="sm"/>
            <a:tailEnd type="none" w="sm" len="sm"/>
          </a:ln>
        </p:spPr>
      </p:sp>
      <p:grpSp>
        <p:nvGrpSpPr>
          <p:cNvPr id="1916833364" name="Group 30"/>
          <p:cNvGrpSpPr/>
          <p:nvPr/>
        </p:nvGrpSpPr>
        <p:grpSpPr bwMode="auto">
          <a:xfrm rot="0">
            <a:off x="7657356" y="3878209"/>
            <a:ext cx="218342" cy="218342"/>
            <a:chOff x="0" y="0"/>
            <a:chExt cx="812800" cy="812800"/>
          </a:xfrm>
        </p:grpSpPr>
        <p:sp>
          <p:nvSpPr>
            <p:cNvPr id="31" name="Freeform 31"/>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32" name="TextBox 32"/>
            <p:cNvSpPr txBox="1"/>
            <p:nvPr/>
          </p:nvSpPr>
          <p:spPr bwMode="auto">
            <a:xfrm>
              <a:off x="76200" y="19050"/>
              <a:ext cx="660400" cy="717550"/>
            </a:xfrm>
            <a:prstGeom prst="rect">
              <a:avLst/>
            </a:prstGeom>
            <a:grpFill/>
          </p:spPr>
          <p:txBody>
            <a:bodyPr lIns="47086" tIns="47086" rIns="47086" bIns="47086" rtlCol="0" anchor="ctr"/>
            <a:lstStyle/>
            <a:p>
              <a:pPr algn="ctr">
                <a:lnSpc>
                  <a:spcPts val="2659"/>
                </a:lnSpc>
                <a:spcBef>
                  <a:spcPts val="0"/>
                </a:spcBef>
                <a:defRPr/>
              </a:pPr>
              <a:endParaRPr/>
            </a:p>
          </p:txBody>
        </p:sp>
      </p:grpSp>
      <p:grpSp>
        <p:nvGrpSpPr>
          <p:cNvPr id="582677684" name="Group 33"/>
          <p:cNvGrpSpPr/>
          <p:nvPr/>
        </p:nvGrpSpPr>
        <p:grpSpPr bwMode="auto">
          <a:xfrm rot="0">
            <a:off x="10412301" y="3878209"/>
            <a:ext cx="218342" cy="218342"/>
            <a:chOff x="0" y="0"/>
            <a:chExt cx="812800" cy="812800"/>
          </a:xfrm>
        </p:grpSpPr>
        <p:sp>
          <p:nvSpPr>
            <p:cNvPr id="34" name="Freeform 34"/>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35" name="TextBox 35"/>
            <p:cNvSpPr txBox="1"/>
            <p:nvPr/>
          </p:nvSpPr>
          <p:spPr bwMode="auto">
            <a:xfrm>
              <a:off x="76200" y="19050"/>
              <a:ext cx="660400" cy="717550"/>
            </a:xfrm>
            <a:prstGeom prst="rect">
              <a:avLst/>
            </a:prstGeom>
            <a:grpFill/>
          </p:spPr>
          <p:txBody>
            <a:bodyPr lIns="47086" tIns="47086" rIns="47086" bIns="47086" rtlCol="0" anchor="ctr"/>
            <a:lstStyle/>
            <a:p>
              <a:pPr algn="ctr">
                <a:lnSpc>
                  <a:spcPts val="2659"/>
                </a:lnSpc>
                <a:spcBef>
                  <a:spcPts val="0"/>
                </a:spcBef>
                <a:defRPr/>
              </a:pPr>
              <a:endParaRPr/>
            </a:p>
          </p:txBody>
        </p:sp>
      </p:grpSp>
      <p:grpSp>
        <p:nvGrpSpPr>
          <p:cNvPr id="1198661426" name="Group 36"/>
          <p:cNvGrpSpPr/>
          <p:nvPr/>
        </p:nvGrpSpPr>
        <p:grpSpPr bwMode="auto">
          <a:xfrm rot="0">
            <a:off x="7657356" y="5931883"/>
            <a:ext cx="218342" cy="218342"/>
            <a:chOff x="0" y="0"/>
            <a:chExt cx="812800" cy="812800"/>
          </a:xfrm>
        </p:grpSpPr>
        <p:sp>
          <p:nvSpPr>
            <p:cNvPr id="37" name="Freeform 37"/>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38" name="TextBox 38"/>
            <p:cNvSpPr txBox="1"/>
            <p:nvPr/>
          </p:nvSpPr>
          <p:spPr bwMode="auto">
            <a:xfrm>
              <a:off x="76200" y="19050"/>
              <a:ext cx="660400" cy="717550"/>
            </a:xfrm>
            <a:prstGeom prst="rect">
              <a:avLst/>
            </a:prstGeom>
            <a:grpFill/>
          </p:spPr>
          <p:txBody>
            <a:bodyPr lIns="47086" tIns="47086" rIns="47086" bIns="47086" rtlCol="0" anchor="ctr"/>
            <a:lstStyle/>
            <a:p>
              <a:pPr algn="ctr">
                <a:lnSpc>
                  <a:spcPts val="2659"/>
                </a:lnSpc>
                <a:spcBef>
                  <a:spcPts val="0"/>
                </a:spcBef>
                <a:defRPr/>
              </a:pPr>
              <a:endParaRPr/>
            </a:p>
          </p:txBody>
        </p:sp>
      </p:grpSp>
      <p:grpSp>
        <p:nvGrpSpPr>
          <p:cNvPr id="2025356956" name="Group 39"/>
          <p:cNvGrpSpPr/>
          <p:nvPr/>
        </p:nvGrpSpPr>
        <p:grpSpPr bwMode="auto">
          <a:xfrm rot="0">
            <a:off x="10412301" y="5931883"/>
            <a:ext cx="218342" cy="218342"/>
            <a:chOff x="0" y="0"/>
            <a:chExt cx="812800" cy="812800"/>
          </a:xfrm>
        </p:grpSpPr>
        <p:sp>
          <p:nvSpPr>
            <p:cNvPr id="40" name="Freeform 40"/>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41" name="TextBox 41"/>
            <p:cNvSpPr txBox="1"/>
            <p:nvPr/>
          </p:nvSpPr>
          <p:spPr bwMode="auto">
            <a:xfrm>
              <a:off x="76200" y="19050"/>
              <a:ext cx="660400" cy="717550"/>
            </a:xfrm>
            <a:prstGeom prst="rect">
              <a:avLst/>
            </a:prstGeom>
            <a:grpFill/>
          </p:spPr>
          <p:txBody>
            <a:bodyPr lIns="47086" tIns="47086" rIns="47086" bIns="47086" rtlCol="0" anchor="ctr"/>
            <a:lstStyle/>
            <a:p>
              <a:pPr algn="ctr">
                <a:lnSpc>
                  <a:spcPts val="2659"/>
                </a:lnSpc>
                <a:spcBef>
                  <a:spcPts val="0"/>
                </a:spcBef>
                <a:defRPr/>
              </a:pPr>
              <a:endParaRPr/>
            </a:p>
          </p:txBody>
        </p:sp>
      </p:grpSp>
      <p:grpSp>
        <p:nvGrpSpPr>
          <p:cNvPr id="1863638143" name="Group 42"/>
          <p:cNvGrpSpPr/>
          <p:nvPr/>
        </p:nvGrpSpPr>
        <p:grpSpPr bwMode="auto">
          <a:xfrm rot="0">
            <a:off x="7657356" y="7985557"/>
            <a:ext cx="218342" cy="218342"/>
            <a:chOff x="0" y="0"/>
            <a:chExt cx="812800" cy="812800"/>
          </a:xfrm>
        </p:grpSpPr>
        <p:sp>
          <p:nvSpPr>
            <p:cNvPr id="43" name="Freeform 43"/>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44" name="TextBox 44"/>
            <p:cNvSpPr txBox="1"/>
            <p:nvPr/>
          </p:nvSpPr>
          <p:spPr bwMode="auto">
            <a:xfrm>
              <a:off x="76200" y="19050"/>
              <a:ext cx="660400" cy="717550"/>
            </a:xfrm>
            <a:prstGeom prst="rect">
              <a:avLst/>
            </a:prstGeom>
            <a:grpFill/>
          </p:spPr>
          <p:txBody>
            <a:bodyPr lIns="47086" tIns="47086" rIns="47086" bIns="47086" rtlCol="0" anchor="ctr"/>
            <a:lstStyle/>
            <a:p>
              <a:pPr algn="ctr">
                <a:lnSpc>
                  <a:spcPts val="2659"/>
                </a:lnSpc>
                <a:spcBef>
                  <a:spcPts val="0"/>
                </a:spcBef>
                <a:defRPr/>
              </a:pPr>
              <a:endParaRPr/>
            </a:p>
          </p:txBody>
        </p:sp>
      </p:grpSp>
      <p:grpSp>
        <p:nvGrpSpPr>
          <p:cNvPr id="1126902219" name="Group 45"/>
          <p:cNvGrpSpPr/>
          <p:nvPr/>
        </p:nvGrpSpPr>
        <p:grpSpPr bwMode="auto">
          <a:xfrm rot="0">
            <a:off x="10412301" y="7985557"/>
            <a:ext cx="218342" cy="218342"/>
            <a:chOff x="0" y="0"/>
            <a:chExt cx="812800" cy="812800"/>
          </a:xfrm>
        </p:grpSpPr>
        <p:sp>
          <p:nvSpPr>
            <p:cNvPr id="46" name="Freeform 46"/>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A6AD6"/>
            </a:solidFill>
          </p:spPr>
        </p:sp>
        <p:sp>
          <p:nvSpPr>
            <p:cNvPr id="47" name="TextBox 47"/>
            <p:cNvSpPr txBox="1"/>
            <p:nvPr/>
          </p:nvSpPr>
          <p:spPr bwMode="auto">
            <a:xfrm>
              <a:off x="76200" y="19050"/>
              <a:ext cx="660400" cy="717550"/>
            </a:xfrm>
            <a:prstGeom prst="rect">
              <a:avLst/>
            </a:prstGeom>
            <a:grpFill/>
          </p:spPr>
          <p:txBody>
            <a:bodyPr lIns="47086" tIns="47086" rIns="47086" bIns="47086" rtlCol="0" anchor="ctr"/>
            <a:lstStyle/>
            <a:p>
              <a:pPr algn="ctr">
                <a:lnSpc>
                  <a:spcPts val="2659"/>
                </a:lnSpc>
                <a:spcBef>
                  <a:spcPts val="0"/>
                </a:spcBef>
                <a:defRPr/>
              </a:pPr>
              <a:endParaRPr/>
            </a:p>
          </p:txBody>
        </p:sp>
      </p:grpSp>
      <p:sp>
        <p:nvSpPr>
          <p:cNvPr id="1008890919" name="AutoShape 48"/>
          <p:cNvSpPr/>
          <p:nvPr/>
        </p:nvSpPr>
        <p:spPr bwMode="auto">
          <a:xfrm>
            <a:off x="9144000" y="4001667"/>
            <a:ext cx="0" cy="6555277"/>
          </a:xfrm>
          <a:prstGeom prst="line">
            <a:avLst/>
          </a:prstGeom>
          <a:ln w="28575" cap="flat">
            <a:solidFill>
              <a:srgbClr val="F8F8F8"/>
            </a:solidFill>
            <a:prstDash val="solid"/>
            <a:headEnd type="none" w="sm" len="sm"/>
            <a:tailEnd type="none" w="sm" len="sm"/>
          </a:ln>
        </p:spPr>
      </p:sp>
      <p:sp>
        <p:nvSpPr>
          <p:cNvPr id="2102312366" name="TextBox 49"/>
          <p:cNvSpPr txBox="1"/>
          <p:nvPr/>
        </p:nvSpPr>
        <p:spPr bwMode="auto">
          <a:xfrm rot="0">
            <a:off x="2409860" y="3516904"/>
            <a:ext cx="4950613" cy="843916"/>
          </a:xfrm>
          <a:prstGeom prst="rect">
            <a:avLst/>
          </a:prstGeom>
        </p:spPr>
        <p:txBody>
          <a:bodyPr lIns="0" tIns="0" rIns="0" bIns="0" rtlCol="0" anchor="t">
            <a:spAutoFit/>
          </a:bodyPr>
          <a:lstStyle/>
          <a:p>
            <a:pPr algn="ctr">
              <a:lnSpc>
                <a:spcPts val="3359"/>
              </a:lnSpc>
              <a:spcBef>
                <a:spcPts val="0"/>
              </a:spcBef>
              <a:defRPr/>
            </a:pPr>
            <a:r>
              <a:rPr lang="en-US" sz="2400">
                <a:solidFill>
                  <a:srgbClr val="000000"/>
                </a:solidFill>
                <a:latin typeface="Poppins"/>
                <a:ea typeface="Poppins"/>
                <a:cs typeface="Poppins"/>
              </a:rPr>
              <a:t>Create, edit, delete </a:t>
            </a:r>
            <a:endParaRPr/>
          </a:p>
          <a:p>
            <a:pPr algn="ctr">
              <a:lnSpc>
                <a:spcPts val="3359"/>
              </a:lnSpc>
              <a:spcBef>
                <a:spcPts val="0"/>
              </a:spcBef>
              <a:defRPr/>
            </a:pPr>
            <a:r>
              <a:rPr lang="en-US" sz="2400">
                <a:solidFill>
                  <a:srgbClr val="000000"/>
                </a:solidFill>
                <a:latin typeface="Poppins"/>
                <a:ea typeface="Poppins"/>
                <a:cs typeface="Poppins"/>
              </a:rPr>
              <a:t>flashcards and quizzes</a:t>
            </a:r>
            <a:endParaRPr/>
          </a:p>
        </p:txBody>
      </p:sp>
      <p:sp>
        <p:nvSpPr>
          <p:cNvPr id="1755158628" name="TextBox 50"/>
          <p:cNvSpPr txBox="1"/>
          <p:nvPr/>
        </p:nvSpPr>
        <p:spPr bwMode="auto">
          <a:xfrm rot="0">
            <a:off x="2409860" y="5570578"/>
            <a:ext cx="4675996" cy="843916"/>
          </a:xfrm>
          <a:prstGeom prst="rect">
            <a:avLst/>
          </a:prstGeom>
        </p:spPr>
        <p:txBody>
          <a:bodyPr lIns="0" tIns="0" rIns="0" bIns="0" rtlCol="0" anchor="t">
            <a:spAutoFit/>
          </a:bodyPr>
          <a:lstStyle/>
          <a:p>
            <a:pPr algn="ctr">
              <a:lnSpc>
                <a:spcPts val="3359"/>
              </a:lnSpc>
              <a:spcBef>
                <a:spcPts val="0"/>
              </a:spcBef>
              <a:defRPr/>
            </a:pPr>
            <a:r>
              <a:rPr lang="en-US" sz="2400">
                <a:solidFill>
                  <a:srgbClr val="000000"/>
                </a:solidFill>
                <a:latin typeface="Poppins"/>
                <a:ea typeface="Poppins"/>
                <a:cs typeface="Poppins"/>
              </a:rPr>
              <a:t>Smart review scheduling (spaced repetition)</a:t>
            </a:r>
            <a:endParaRPr/>
          </a:p>
        </p:txBody>
      </p:sp>
      <p:sp>
        <p:nvSpPr>
          <p:cNvPr id="63628385" name="TextBox 51"/>
          <p:cNvSpPr txBox="1"/>
          <p:nvPr/>
        </p:nvSpPr>
        <p:spPr bwMode="auto">
          <a:xfrm rot="0">
            <a:off x="2411468" y="7976302"/>
            <a:ext cx="4950613" cy="424816"/>
          </a:xfrm>
          <a:prstGeom prst="rect">
            <a:avLst/>
          </a:prstGeom>
        </p:spPr>
        <p:txBody>
          <a:bodyPr lIns="0" tIns="0" rIns="0" bIns="0" rtlCol="0" anchor="t">
            <a:spAutoFit/>
          </a:bodyPr>
          <a:lstStyle/>
          <a:p>
            <a:pPr algn="ctr">
              <a:lnSpc>
                <a:spcPts val="3359"/>
              </a:lnSpc>
              <a:spcBef>
                <a:spcPts val="0"/>
              </a:spcBef>
              <a:defRPr/>
            </a:pPr>
            <a:r>
              <a:rPr lang="en-US" sz="2400">
                <a:solidFill>
                  <a:srgbClr val="000000"/>
                </a:solidFill>
                <a:latin typeface="Poppins"/>
                <a:ea typeface="Poppins"/>
                <a:cs typeface="Poppins"/>
              </a:rPr>
              <a:t>Organize into subjects &amp; topics</a:t>
            </a:r>
            <a:endParaRPr/>
          </a:p>
        </p:txBody>
      </p:sp>
      <p:sp>
        <p:nvSpPr>
          <p:cNvPr id="1091444936" name="TextBox 52"/>
          <p:cNvSpPr txBox="1"/>
          <p:nvPr/>
        </p:nvSpPr>
        <p:spPr bwMode="auto">
          <a:xfrm rot="0">
            <a:off x="11218381" y="7766751"/>
            <a:ext cx="4420452" cy="843916"/>
          </a:xfrm>
          <a:prstGeom prst="rect">
            <a:avLst/>
          </a:prstGeom>
        </p:spPr>
        <p:txBody>
          <a:bodyPr lIns="0" tIns="0" rIns="0" bIns="0" rtlCol="0" anchor="t">
            <a:spAutoFit/>
          </a:bodyPr>
          <a:lstStyle/>
          <a:p>
            <a:pPr algn="ctr">
              <a:lnSpc>
                <a:spcPts val="3359"/>
              </a:lnSpc>
              <a:spcBef>
                <a:spcPts val="0"/>
              </a:spcBef>
              <a:defRPr/>
            </a:pPr>
            <a:r>
              <a:rPr lang="en-US" sz="2400">
                <a:solidFill>
                  <a:srgbClr val="000000"/>
                </a:solidFill>
                <a:latin typeface="Poppins"/>
                <a:ea typeface="Poppins"/>
                <a:cs typeface="Poppins"/>
              </a:rPr>
              <a:t>Progress tracking with statistics</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118458400" name="Group 2"/>
          <p:cNvGrpSpPr/>
          <p:nvPr/>
        </p:nvGrpSpPr>
        <p:grpSpPr bwMode="auto">
          <a:xfrm rot="0">
            <a:off x="9144000" y="-3982363"/>
            <a:ext cx="13240663" cy="13240663"/>
            <a:chOff x="0" y="0"/>
            <a:chExt cx="812800" cy="812800"/>
          </a:xfrm>
        </p:grpSpPr>
        <p:sp>
          <p:nvSpPr>
            <p:cNvPr id="3" name="Freeform 3"/>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4" name="TextBox 4"/>
            <p:cNvSpPr txBox="1"/>
            <p:nvPr/>
          </p:nvSpPr>
          <p:spPr bwMode="auto">
            <a:xfrm>
              <a:off x="76200" y="19050"/>
              <a:ext cx="660400" cy="717550"/>
            </a:xfrm>
            <a:prstGeom prst="rect">
              <a:avLst/>
            </a:prstGeom>
            <a:grpFill/>
          </p:spPr>
          <p:txBody>
            <a:bodyPr lIns="50800" tIns="50800" rIns="50800" bIns="50800" rtlCol="0" anchor="ctr"/>
            <a:lstStyle/>
            <a:p>
              <a:pPr algn="ctr">
                <a:lnSpc>
                  <a:spcPts val="2659"/>
                </a:lnSpc>
                <a:spcBef>
                  <a:spcPts val="0"/>
                </a:spcBef>
                <a:defRPr/>
              </a:pPr>
              <a:endParaRPr/>
            </a:p>
          </p:txBody>
        </p:sp>
      </p:grpSp>
      <p:sp>
        <p:nvSpPr>
          <p:cNvPr id="615145961" name="Freeform 5"/>
          <p:cNvSpPr/>
          <p:nvPr/>
        </p:nvSpPr>
        <p:spPr bwMode="auto">
          <a:xfrm rot="0" flipH="0" flipV="0">
            <a:off x="10425354" y="-2511561"/>
            <a:ext cx="11375945" cy="11361724"/>
          </a:xfrm>
          <a:custGeom>
            <a:avLst/>
            <a:gdLst/>
            <a:ahLst/>
            <a:cxnLst/>
            <a:rect l="l" t="t" r="r" b="b"/>
            <a:pathLst>
              <a:path w="11375945" h="11361725" fill="norm" stroke="1" extrusionOk="0">
                <a:moveTo>
                  <a:pt x="0" y="0"/>
                </a:moveTo>
                <a:lnTo>
                  <a:pt x="11375946" y="0"/>
                </a:lnTo>
                <a:lnTo>
                  <a:pt x="11375946" y="11361725"/>
                </a:lnTo>
                <a:lnTo>
                  <a:pt x="0" y="11361725"/>
                </a:lnTo>
                <a:lnTo>
                  <a:pt x="0" y="0"/>
                </a:lnTo>
                <a:close/>
              </a:path>
            </a:pathLst>
          </a:custGeom>
          <a:blipFill>
            <a:blip r:embed="rId3"/>
            <a:srcRect l="0" t="0" r="0" b="0"/>
            <a:stretch/>
          </a:blipFill>
        </p:spPr>
      </p:sp>
      <p:grpSp>
        <p:nvGrpSpPr>
          <p:cNvPr id="2020795523" name="Group 6"/>
          <p:cNvGrpSpPr/>
          <p:nvPr/>
        </p:nvGrpSpPr>
        <p:grpSpPr bwMode="auto">
          <a:xfrm rot="0">
            <a:off x="10160127" y="-2966235"/>
            <a:ext cx="11208407" cy="11208407"/>
            <a:chOff x="0" y="0"/>
            <a:chExt cx="812800" cy="812800"/>
          </a:xfrm>
        </p:grpSpPr>
        <p:sp>
          <p:nvSpPr>
            <p:cNvPr id="7" name="Freeform 7"/>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8" name="TextBox 8"/>
            <p:cNvSpPr txBox="1"/>
            <p:nvPr/>
          </p:nvSpPr>
          <p:spPr bwMode="auto">
            <a:xfrm>
              <a:off x="76200" y="19050"/>
              <a:ext cx="660400" cy="717550"/>
            </a:xfrm>
            <a:prstGeom prst="rect">
              <a:avLst/>
            </a:prstGeom>
            <a:grpFill/>
          </p:spPr>
          <p:txBody>
            <a:bodyPr lIns="50800" tIns="50800" rIns="50800" bIns="50800" rtlCol="0" anchor="ctr"/>
            <a:lstStyle/>
            <a:p>
              <a:pPr algn="ctr">
                <a:lnSpc>
                  <a:spcPts val="2659"/>
                </a:lnSpc>
                <a:spcBef>
                  <a:spcPts val="0"/>
                </a:spcBef>
                <a:defRPr/>
              </a:pPr>
              <a:endParaRPr/>
            </a:p>
          </p:txBody>
        </p:sp>
      </p:grpSp>
      <p:grpSp>
        <p:nvGrpSpPr>
          <p:cNvPr id="769294948" name="Group 9"/>
          <p:cNvGrpSpPr/>
          <p:nvPr/>
        </p:nvGrpSpPr>
        <p:grpSpPr bwMode="auto">
          <a:xfrm rot="0">
            <a:off x="17491799" y="8458418"/>
            <a:ext cx="951769" cy="799882"/>
            <a:chOff x="0" y="0"/>
            <a:chExt cx="967140" cy="812800"/>
          </a:xfrm>
        </p:grpSpPr>
        <p:sp>
          <p:nvSpPr>
            <p:cNvPr id="10" name="Freeform 10"/>
            <p:cNvSpPr/>
            <p:nvPr/>
          </p:nvSpPr>
          <p:spPr bwMode="auto">
            <a:xfrm rot="0" flipH="0" flipV="0">
              <a:off x="0" y="0"/>
              <a:ext cx="967140" cy="812800"/>
            </a:xfrm>
            <a:custGeom>
              <a:avLst/>
              <a:gdLst/>
              <a:ahLst/>
              <a:cxnLst/>
              <a:rect l="l" t="t" r="r" b="b"/>
              <a:pathLst>
                <a:path w="967140" h="812800" fill="norm" stroke="1" extrusionOk="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11" name="TextBox 11"/>
            <p:cNvSpPr txBox="1"/>
            <p:nvPr/>
          </p:nvSpPr>
          <p:spPr bwMode="auto">
            <a:xfrm>
              <a:off x="0" y="-57150"/>
              <a:ext cx="967140" cy="869950"/>
            </a:xfrm>
            <a:prstGeom prst="rect">
              <a:avLst/>
            </a:prstGeom>
            <a:grpFill/>
          </p:spPr>
          <p:txBody>
            <a:bodyPr lIns="50800" tIns="50800" rIns="50800" bIns="50800" rtlCol="0" anchor="ctr"/>
            <a:lstStyle/>
            <a:p>
              <a:pPr algn="ctr">
                <a:lnSpc>
                  <a:spcPts val="2659"/>
                </a:lnSpc>
                <a:defRPr/>
              </a:pPr>
              <a:endParaRPr/>
            </a:p>
          </p:txBody>
        </p:sp>
      </p:grpSp>
      <p:sp>
        <p:nvSpPr>
          <p:cNvPr id="1689152989" name="TextBox 12"/>
          <p:cNvSpPr txBox="1"/>
          <p:nvPr/>
        </p:nvSpPr>
        <p:spPr bwMode="auto">
          <a:xfrm rot="0">
            <a:off x="12481096" y="3946086"/>
            <a:ext cx="3948976" cy="2418235"/>
          </a:xfrm>
          <a:prstGeom prst="rect">
            <a:avLst/>
          </a:prstGeom>
        </p:spPr>
        <p:txBody>
          <a:bodyPr lIns="0" tIns="0" rIns="0" bIns="0" rtlCol="0" anchor="t">
            <a:spAutoFit/>
          </a:bodyPr>
          <a:lstStyle/>
          <a:p>
            <a:pPr algn="ctr">
              <a:lnSpc>
                <a:spcPts val="6385"/>
              </a:lnSpc>
              <a:spcBef>
                <a:spcPts val="0"/>
              </a:spcBef>
              <a:defRPr/>
            </a:pPr>
            <a:r>
              <a:rPr lang="en-US" sz="4550" b="1">
                <a:solidFill>
                  <a:srgbClr val="1F2020"/>
                </a:solidFill>
                <a:latin typeface="Poppins Bold"/>
                <a:ea typeface="Poppins Bold"/>
                <a:cs typeface="Poppins Bold"/>
              </a:rPr>
              <a:t>Technology &amp; Methodology</a:t>
            </a:r>
            <a:endParaRPr/>
          </a:p>
        </p:txBody>
      </p:sp>
      <p:grpSp>
        <p:nvGrpSpPr>
          <p:cNvPr id="32351730" name="Group 13"/>
          <p:cNvGrpSpPr/>
          <p:nvPr/>
        </p:nvGrpSpPr>
        <p:grpSpPr bwMode="auto">
          <a:xfrm rot="0">
            <a:off x="1135857" y="465139"/>
            <a:ext cx="5139841" cy="2819922"/>
            <a:chOff x="0" y="0"/>
            <a:chExt cx="1052050" cy="577197"/>
          </a:xfrm>
        </p:grpSpPr>
        <p:sp>
          <p:nvSpPr>
            <p:cNvPr id="14" name="Freeform 14"/>
            <p:cNvSpPr/>
            <p:nvPr/>
          </p:nvSpPr>
          <p:spPr bwMode="auto">
            <a:xfrm rot="0" flipH="0" flipV="0">
              <a:off x="0" y="0"/>
              <a:ext cx="1052050" cy="577197"/>
            </a:xfrm>
            <a:custGeom>
              <a:avLst/>
              <a:gdLst/>
              <a:ahLst/>
              <a:cxnLst/>
              <a:rect l="l" t="t" r="r" b="b"/>
              <a:pathLst>
                <a:path w="1052050" h="577197" fill="norm" stroke="1" extrusionOk="0">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sp>
        <p:sp>
          <p:nvSpPr>
            <p:cNvPr id="15" name="TextBox 15"/>
            <p:cNvSpPr txBox="1"/>
            <p:nvPr/>
          </p:nvSpPr>
          <p:spPr bwMode="auto">
            <a:xfrm>
              <a:off x="0" y="-57150"/>
              <a:ext cx="1052050" cy="634347"/>
            </a:xfrm>
            <a:prstGeom prst="rect">
              <a:avLst/>
            </a:prstGeom>
            <a:grpFill/>
          </p:spPr>
          <p:txBody>
            <a:bodyPr lIns="47086" tIns="47086" rIns="47086" bIns="47086" rtlCol="0" anchor="ctr"/>
            <a:lstStyle/>
            <a:p>
              <a:pPr algn="ctr">
                <a:lnSpc>
                  <a:spcPts val="2659"/>
                </a:lnSpc>
                <a:defRPr/>
              </a:pPr>
              <a:endParaRPr/>
            </a:p>
          </p:txBody>
        </p:sp>
      </p:grpSp>
      <p:grpSp>
        <p:nvGrpSpPr>
          <p:cNvPr id="608346396" name="Group 16"/>
          <p:cNvGrpSpPr/>
          <p:nvPr/>
        </p:nvGrpSpPr>
        <p:grpSpPr bwMode="auto">
          <a:xfrm rot="0">
            <a:off x="1028700" y="3647010"/>
            <a:ext cx="5139841" cy="2819922"/>
            <a:chOff x="0" y="0"/>
            <a:chExt cx="1052050" cy="577197"/>
          </a:xfrm>
        </p:grpSpPr>
        <p:sp>
          <p:nvSpPr>
            <p:cNvPr id="17" name="Freeform 17"/>
            <p:cNvSpPr/>
            <p:nvPr/>
          </p:nvSpPr>
          <p:spPr bwMode="auto">
            <a:xfrm rot="0" flipH="0" flipV="0">
              <a:off x="0" y="0"/>
              <a:ext cx="1052050" cy="577197"/>
            </a:xfrm>
            <a:custGeom>
              <a:avLst/>
              <a:gdLst/>
              <a:ahLst/>
              <a:cxnLst/>
              <a:rect l="l" t="t" r="r" b="b"/>
              <a:pathLst>
                <a:path w="1052050" h="577197" fill="norm" stroke="1" extrusionOk="0">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sp>
        <p:sp>
          <p:nvSpPr>
            <p:cNvPr id="18" name="TextBox 18"/>
            <p:cNvSpPr txBox="1"/>
            <p:nvPr/>
          </p:nvSpPr>
          <p:spPr bwMode="auto">
            <a:xfrm>
              <a:off x="0" y="-57150"/>
              <a:ext cx="1052050" cy="634347"/>
            </a:xfrm>
            <a:prstGeom prst="rect">
              <a:avLst/>
            </a:prstGeom>
            <a:grpFill/>
          </p:spPr>
          <p:txBody>
            <a:bodyPr lIns="47086" tIns="47086" rIns="47086" bIns="47086" rtlCol="0" anchor="ctr"/>
            <a:lstStyle/>
            <a:p>
              <a:pPr algn="ctr">
                <a:lnSpc>
                  <a:spcPts val="2659"/>
                </a:lnSpc>
                <a:defRPr/>
              </a:pPr>
              <a:endParaRPr/>
            </a:p>
          </p:txBody>
        </p:sp>
      </p:grpSp>
      <p:grpSp>
        <p:nvGrpSpPr>
          <p:cNvPr id="1214008068" name="Group 19"/>
          <p:cNvGrpSpPr/>
          <p:nvPr/>
        </p:nvGrpSpPr>
        <p:grpSpPr bwMode="auto">
          <a:xfrm rot="0">
            <a:off x="1028700" y="6832211"/>
            <a:ext cx="5139841" cy="2819922"/>
            <a:chOff x="0" y="0"/>
            <a:chExt cx="1052050" cy="577197"/>
          </a:xfrm>
        </p:grpSpPr>
        <p:sp>
          <p:nvSpPr>
            <p:cNvPr id="20" name="Freeform 20"/>
            <p:cNvSpPr/>
            <p:nvPr/>
          </p:nvSpPr>
          <p:spPr bwMode="auto">
            <a:xfrm rot="0" flipH="0" flipV="0">
              <a:off x="0" y="0"/>
              <a:ext cx="1052050" cy="577197"/>
            </a:xfrm>
            <a:custGeom>
              <a:avLst/>
              <a:gdLst/>
              <a:ahLst/>
              <a:cxnLst/>
              <a:rect l="l" t="t" r="r" b="b"/>
              <a:pathLst>
                <a:path w="1052050" h="577197" fill="norm" stroke="1" extrusionOk="0">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3A6AD6"/>
            </a:solidFill>
          </p:spPr>
        </p:sp>
        <p:sp>
          <p:nvSpPr>
            <p:cNvPr id="21" name="TextBox 21"/>
            <p:cNvSpPr txBox="1"/>
            <p:nvPr/>
          </p:nvSpPr>
          <p:spPr bwMode="auto">
            <a:xfrm>
              <a:off x="0" y="-57150"/>
              <a:ext cx="1052050" cy="634347"/>
            </a:xfrm>
            <a:prstGeom prst="rect">
              <a:avLst/>
            </a:prstGeom>
            <a:grpFill/>
          </p:spPr>
          <p:txBody>
            <a:bodyPr lIns="47086" tIns="47086" rIns="47086" bIns="47086" rtlCol="0" anchor="ctr"/>
            <a:lstStyle/>
            <a:p>
              <a:pPr algn="ctr">
                <a:lnSpc>
                  <a:spcPts val="2659"/>
                </a:lnSpc>
                <a:defRPr/>
              </a:pPr>
              <a:endParaRPr/>
            </a:p>
          </p:txBody>
        </p:sp>
      </p:grpSp>
      <p:sp>
        <p:nvSpPr>
          <p:cNvPr id="1997225904" name="TextBox 22"/>
          <p:cNvSpPr txBox="1"/>
          <p:nvPr/>
        </p:nvSpPr>
        <p:spPr bwMode="auto">
          <a:xfrm rot="0">
            <a:off x="17674380" y="8710688"/>
            <a:ext cx="442747" cy="257943"/>
          </a:xfrm>
          <a:prstGeom prst="rect">
            <a:avLst/>
          </a:prstGeom>
        </p:spPr>
        <p:txBody>
          <a:bodyPr lIns="0" tIns="0" rIns="0" bIns="0" rtlCol="0" anchor="t">
            <a:spAutoFit/>
          </a:bodyPr>
          <a:lstStyle/>
          <a:p>
            <a:pPr algn="ctr">
              <a:lnSpc>
                <a:spcPts val="2057"/>
              </a:lnSpc>
              <a:spcBef>
                <a:spcPts val="0"/>
              </a:spcBef>
              <a:defRPr/>
            </a:pPr>
            <a:r>
              <a:rPr lang="en-US" sz="1450" b="1">
                <a:solidFill>
                  <a:srgbClr val="FFFFFF"/>
                </a:solidFill>
                <a:latin typeface="Poppins Bold"/>
                <a:ea typeface="Poppins Bold"/>
                <a:cs typeface="Poppins Bold"/>
              </a:rPr>
              <a:t>04</a:t>
            </a:r>
            <a:endParaRPr/>
          </a:p>
        </p:txBody>
      </p:sp>
      <p:sp>
        <p:nvSpPr>
          <p:cNvPr id="1303772121" name="TextBox 23"/>
          <p:cNvSpPr txBox="1"/>
          <p:nvPr/>
        </p:nvSpPr>
        <p:spPr bwMode="auto">
          <a:xfrm rot="0">
            <a:off x="1931775" y="789400"/>
            <a:ext cx="2063297" cy="1728603"/>
          </a:xfrm>
          <a:prstGeom prst="rect">
            <a:avLst/>
          </a:prstGeom>
        </p:spPr>
        <p:txBody>
          <a:bodyPr lIns="0" tIns="0" rIns="0" bIns="0" rtlCol="0" anchor="t">
            <a:spAutoFit/>
          </a:bodyPr>
          <a:lstStyle/>
          <a:p>
            <a:pPr algn="l">
              <a:lnSpc>
                <a:spcPts val="3422"/>
              </a:lnSpc>
              <a:defRPr/>
            </a:pPr>
            <a:r>
              <a:rPr lang="en-US" sz="2450" b="1">
                <a:solidFill>
                  <a:srgbClr val="3A6AD6"/>
                </a:solidFill>
                <a:latin typeface="Poppins Bold"/>
                <a:ea typeface="Poppins Bold"/>
                <a:cs typeface="Poppins Bold"/>
              </a:rPr>
              <a:t>Framework &amp; Platform</a:t>
            </a:r>
            <a:endParaRPr/>
          </a:p>
          <a:p>
            <a:pPr algn="l">
              <a:lnSpc>
                <a:spcPts val="3422"/>
              </a:lnSpc>
              <a:defRPr/>
            </a:pPr>
            <a:endParaRPr/>
          </a:p>
          <a:p>
            <a:pPr algn="l">
              <a:lnSpc>
                <a:spcPts val="3422"/>
              </a:lnSpc>
              <a:spcBef>
                <a:spcPts val="0"/>
              </a:spcBef>
              <a:defRPr/>
            </a:pPr>
            <a:endParaRPr/>
          </a:p>
        </p:txBody>
      </p:sp>
      <p:sp>
        <p:nvSpPr>
          <p:cNvPr id="551482316" name="TextBox 24"/>
          <p:cNvSpPr txBox="1"/>
          <p:nvPr/>
        </p:nvSpPr>
        <p:spPr bwMode="auto">
          <a:xfrm rot="0">
            <a:off x="1931775" y="1839627"/>
            <a:ext cx="2363995" cy="798831"/>
          </a:xfrm>
          <a:prstGeom prst="rect">
            <a:avLst/>
          </a:prstGeom>
        </p:spPr>
        <p:txBody>
          <a:bodyPr lIns="0" tIns="0" rIns="0" bIns="0" rtlCol="0" anchor="t">
            <a:spAutoFit/>
          </a:bodyPr>
          <a:lstStyle/>
          <a:p>
            <a:pPr algn="l">
              <a:lnSpc>
                <a:spcPts val="3218"/>
              </a:lnSpc>
              <a:spcBef>
                <a:spcPts val="0"/>
              </a:spcBef>
              <a:defRPr/>
            </a:pPr>
            <a:r>
              <a:rPr lang="en-US" sz="2300">
                <a:solidFill>
                  <a:srgbClr val="1F2020"/>
                </a:solidFill>
                <a:latin typeface="Poppins"/>
                <a:ea typeface="Poppins"/>
                <a:cs typeface="Poppins"/>
              </a:rPr>
              <a:t>Flutter (Android, iOS, Web)</a:t>
            </a:r>
            <a:endParaRPr/>
          </a:p>
        </p:txBody>
      </p:sp>
      <p:sp>
        <p:nvSpPr>
          <p:cNvPr id="1845463389" name="TextBox 25"/>
          <p:cNvSpPr txBox="1"/>
          <p:nvPr/>
        </p:nvSpPr>
        <p:spPr bwMode="auto">
          <a:xfrm rot="0">
            <a:off x="1845584" y="3890943"/>
            <a:ext cx="2063297" cy="1728603"/>
          </a:xfrm>
          <a:prstGeom prst="rect">
            <a:avLst/>
          </a:prstGeom>
        </p:spPr>
        <p:txBody>
          <a:bodyPr lIns="0" tIns="0" rIns="0" bIns="0" rtlCol="0" anchor="t">
            <a:spAutoFit/>
          </a:bodyPr>
          <a:lstStyle/>
          <a:p>
            <a:pPr algn="l">
              <a:lnSpc>
                <a:spcPts val="3422"/>
              </a:lnSpc>
              <a:defRPr/>
            </a:pPr>
            <a:r>
              <a:rPr lang="en-US" sz="2450" b="1">
                <a:solidFill>
                  <a:srgbClr val="3A6AD6"/>
                </a:solidFill>
                <a:latin typeface="Poppins Bold"/>
                <a:ea typeface="Poppins Bold"/>
                <a:cs typeface="Poppins Bold"/>
              </a:rPr>
              <a:t>Database &amp; Backend</a:t>
            </a:r>
            <a:endParaRPr/>
          </a:p>
          <a:p>
            <a:pPr algn="l">
              <a:lnSpc>
                <a:spcPts val="3422"/>
              </a:lnSpc>
              <a:defRPr/>
            </a:pPr>
            <a:endParaRPr/>
          </a:p>
          <a:p>
            <a:pPr algn="l">
              <a:lnSpc>
                <a:spcPts val="3422"/>
              </a:lnSpc>
              <a:spcBef>
                <a:spcPts val="0"/>
              </a:spcBef>
              <a:defRPr/>
            </a:pPr>
            <a:endParaRPr/>
          </a:p>
        </p:txBody>
      </p:sp>
      <p:sp>
        <p:nvSpPr>
          <p:cNvPr id="496781956" name="TextBox 26"/>
          <p:cNvSpPr txBox="1"/>
          <p:nvPr/>
        </p:nvSpPr>
        <p:spPr bwMode="auto">
          <a:xfrm rot="0">
            <a:off x="1847580" y="4776547"/>
            <a:ext cx="2532384" cy="1263016"/>
          </a:xfrm>
          <a:prstGeom prst="rect">
            <a:avLst/>
          </a:prstGeom>
        </p:spPr>
        <p:txBody>
          <a:bodyPr lIns="0" tIns="0" rIns="0" bIns="0" rtlCol="0" anchor="t">
            <a:spAutoFit/>
          </a:bodyPr>
          <a:lstStyle/>
          <a:p>
            <a:pPr algn="l">
              <a:lnSpc>
                <a:spcPts val="3359"/>
              </a:lnSpc>
              <a:spcBef>
                <a:spcPts val="0"/>
              </a:spcBef>
              <a:defRPr/>
            </a:pPr>
            <a:r>
              <a:rPr lang="en-US" sz="2400">
                <a:solidFill>
                  <a:srgbClr val="1F2020"/>
                </a:solidFill>
                <a:latin typeface="Poppins"/>
                <a:ea typeface="Poppins"/>
                <a:cs typeface="Poppins"/>
              </a:rPr>
              <a:t>Supabase (cloud sync &amp; authentication)</a:t>
            </a:r>
            <a:endParaRPr/>
          </a:p>
        </p:txBody>
      </p:sp>
      <p:sp>
        <p:nvSpPr>
          <p:cNvPr id="1805478796" name="TextBox 27"/>
          <p:cNvSpPr txBox="1"/>
          <p:nvPr/>
        </p:nvSpPr>
        <p:spPr bwMode="auto">
          <a:xfrm rot="0">
            <a:off x="1817753" y="7107193"/>
            <a:ext cx="2046094" cy="871352"/>
          </a:xfrm>
          <a:prstGeom prst="rect">
            <a:avLst/>
          </a:prstGeom>
        </p:spPr>
        <p:txBody>
          <a:bodyPr lIns="0" tIns="0" rIns="0" bIns="0" rtlCol="0" anchor="t">
            <a:spAutoFit/>
          </a:bodyPr>
          <a:lstStyle/>
          <a:p>
            <a:pPr algn="l">
              <a:lnSpc>
                <a:spcPts val="3422"/>
              </a:lnSpc>
              <a:defRPr/>
            </a:pPr>
            <a:r>
              <a:rPr lang="en-US" sz="2450" b="1">
                <a:solidFill>
                  <a:srgbClr val="FFFFFF"/>
                </a:solidFill>
                <a:latin typeface="Poppins Bold"/>
                <a:ea typeface="Poppins Bold"/>
                <a:cs typeface="Poppins Bold"/>
              </a:rPr>
              <a:t>Architecture</a:t>
            </a:r>
            <a:endParaRPr/>
          </a:p>
          <a:p>
            <a:pPr algn="l">
              <a:lnSpc>
                <a:spcPts val="3422"/>
              </a:lnSpc>
              <a:spcBef>
                <a:spcPts val="0"/>
              </a:spcBef>
              <a:defRPr/>
            </a:pPr>
            <a:endParaRPr/>
          </a:p>
        </p:txBody>
      </p:sp>
      <p:sp>
        <p:nvSpPr>
          <p:cNvPr id="1567775768" name="TextBox 28"/>
          <p:cNvSpPr txBox="1"/>
          <p:nvPr/>
        </p:nvSpPr>
        <p:spPr bwMode="auto">
          <a:xfrm rot="0">
            <a:off x="1658803" y="7705209"/>
            <a:ext cx="2363995" cy="1785620"/>
          </a:xfrm>
          <a:prstGeom prst="rect">
            <a:avLst/>
          </a:prstGeom>
        </p:spPr>
        <p:txBody>
          <a:bodyPr lIns="0" tIns="0" rIns="0" bIns="0" rtlCol="0" anchor="t">
            <a:spAutoFit/>
          </a:bodyPr>
          <a:lstStyle/>
          <a:p>
            <a:pPr marL="367029" lvl="1" indent="-183514" algn="l">
              <a:lnSpc>
                <a:spcPts val="2379"/>
              </a:lnSpc>
              <a:buFont typeface="Arial"/>
              <a:buChar char="•"/>
              <a:defRPr/>
            </a:pPr>
            <a:r>
              <a:rPr lang="en-US" sz="1700">
                <a:solidFill>
                  <a:srgbClr val="FFFFFF"/>
                </a:solidFill>
                <a:latin typeface="Poppins"/>
                <a:ea typeface="Poppins"/>
                <a:cs typeface="Poppins"/>
              </a:rPr>
              <a:t>MVVM for clean separation of concerns</a:t>
            </a:r>
            <a:endParaRPr/>
          </a:p>
          <a:p>
            <a:pPr marL="367029" lvl="1" indent="-183514" algn="l">
              <a:lnSpc>
                <a:spcPts val="2379"/>
              </a:lnSpc>
              <a:buFont typeface="Arial"/>
              <a:buChar char="•"/>
              <a:defRPr/>
            </a:pPr>
            <a:r>
              <a:rPr lang="en-US" sz="1700">
                <a:solidFill>
                  <a:srgbClr val="FFFFFF"/>
                </a:solidFill>
                <a:latin typeface="Poppins"/>
                <a:ea typeface="Poppins"/>
                <a:cs typeface="Poppins"/>
              </a:rPr>
              <a:t>Provider for state management</a:t>
            </a:r>
            <a:endParaRPr/>
          </a:p>
          <a:p>
            <a:pPr algn="l">
              <a:lnSpc>
                <a:spcPts val="2379"/>
              </a:lnSpc>
              <a:spcBef>
                <a:spcPts val="0"/>
              </a:spcBef>
              <a:defRPr/>
            </a:pPr>
            <a:endParaRPr/>
          </a:p>
        </p:txBody>
      </p:sp>
      <p:grpSp>
        <p:nvGrpSpPr>
          <p:cNvPr id="1959164886" name="Group 29"/>
          <p:cNvGrpSpPr/>
          <p:nvPr/>
        </p:nvGrpSpPr>
        <p:grpSpPr bwMode="auto">
          <a:xfrm rot="0">
            <a:off x="6845123" y="6832211"/>
            <a:ext cx="5139841" cy="2819922"/>
            <a:chOff x="0" y="0"/>
            <a:chExt cx="1052050" cy="577197"/>
          </a:xfrm>
        </p:grpSpPr>
        <p:sp>
          <p:nvSpPr>
            <p:cNvPr id="30" name="Freeform 30"/>
            <p:cNvSpPr/>
            <p:nvPr/>
          </p:nvSpPr>
          <p:spPr bwMode="auto">
            <a:xfrm rot="0" flipH="0" flipV="0">
              <a:off x="0" y="0"/>
              <a:ext cx="1052050" cy="577197"/>
            </a:xfrm>
            <a:custGeom>
              <a:avLst/>
              <a:gdLst/>
              <a:ahLst/>
              <a:cxnLst/>
              <a:rect l="l" t="t" r="r" b="b"/>
              <a:pathLst>
                <a:path w="1052050" h="577197" fill="norm" stroke="1" extrusionOk="0">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sp>
        <p:sp>
          <p:nvSpPr>
            <p:cNvPr id="31" name="TextBox 31"/>
            <p:cNvSpPr txBox="1"/>
            <p:nvPr/>
          </p:nvSpPr>
          <p:spPr bwMode="auto">
            <a:xfrm>
              <a:off x="0" y="-57150"/>
              <a:ext cx="1052050" cy="634347"/>
            </a:xfrm>
            <a:prstGeom prst="rect">
              <a:avLst/>
            </a:prstGeom>
            <a:grpFill/>
          </p:spPr>
          <p:txBody>
            <a:bodyPr lIns="47086" tIns="47086" rIns="47086" bIns="47086" rtlCol="0" anchor="ctr"/>
            <a:lstStyle/>
            <a:p>
              <a:pPr algn="ctr">
                <a:lnSpc>
                  <a:spcPts val="2659"/>
                </a:lnSpc>
                <a:defRPr/>
              </a:pPr>
              <a:endParaRPr/>
            </a:p>
          </p:txBody>
        </p:sp>
      </p:grpSp>
      <p:sp>
        <p:nvSpPr>
          <p:cNvPr id="807570193" name="TextBox 32"/>
          <p:cNvSpPr txBox="1"/>
          <p:nvPr/>
        </p:nvSpPr>
        <p:spPr bwMode="auto">
          <a:xfrm rot="0">
            <a:off x="7132686" y="7107193"/>
            <a:ext cx="2063297" cy="442728"/>
          </a:xfrm>
          <a:prstGeom prst="rect">
            <a:avLst/>
          </a:prstGeom>
        </p:spPr>
        <p:txBody>
          <a:bodyPr lIns="0" tIns="0" rIns="0" bIns="0" rtlCol="0" anchor="t">
            <a:spAutoFit/>
          </a:bodyPr>
          <a:lstStyle/>
          <a:p>
            <a:pPr algn="l">
              <a:lnSpc>
                <a:spcPts val="3422"/>
              </a:lnSpc>
              <a:spcBef>
                <a:spcPts val="0"/>
              </a:spcBef>
              <a:defRPr/>
            </a:pPr>
            <a:r>
              <a:rPr lang="en-US" sz="2450" b="1">
                <a:solidFill>
                  <a:srgbClr val="3A6AD6"/>
                </a:solidFill>
                <a:latin typeface="Poppins Bold"/>
                <a:ea typeface="Poppins Bold"/>
                <a:cs typeface="Poppins Bold"/>
              </a:rPr>
              <a:t>Core Logic</a:t>
            </a:r>
            <a:endParaRPr/>
          </a:p>
        </p:txBody>
      </p:sp>
      <p:sp>
        <p:nvSpPr>
          <p:cNvPr id="1834253397" name="TextBox 33"/>
          <p:cNvSpPr txBox="1"/>
          <p:nvPr/>
        </p:nvSpPr>
        <p:spPr bwMode="auto">
          <a:xfrm rot="0">
            <a:off x="7080703" y="8004809"/>
            <a:ext cx="4507138" cy="1416050"/>
          </a:xfrm>
          <a:prstGeom prst="rect">
            <a:avLst/>
          </a:prstGeom>
        </p:spPr>
        <p:txBody>
          <a:bodyPr lIns="0" tIns="0" rIns="0" bIns="0" rtlCol="0" anchor="t">
            <a:spAutoFit/>
          </a:bodyPr>
          <a:lstStyle/>
          <a:p>
            <a:pPr marL="431797" lvl="1" indent="-215899" algn="l">
              <a:lnSpc>
                <a:spcPts val="2799"/>
              </a:lnSpc>
              <a:buFont typeface="Arial"/>
              <a:buChar char="•"/>
              <a:defRPr/>
            </a:pPr>
            <a:r>
              <a:rPr lang="en-US" sz="2000">
                <a:solidFill>
                  <a:srgbClr val="1F2020"/>
                </a:solidFill>
                <a:latin typeface="Poppins"/>
                <a:ea typeface="Poppins"/>
                <a:cs typeface="Poppins"/>
              </a:rPr>
              <a:t>Spaced Repetition Algorithm</a:t>
            </a:r>
            <a:endParaRPr/>
          </a:p>
          <a:p>
            <a:pPr marL="431797" lvl="1" indent="-215899" algn="l">
              <a:lnSpc>
                <a:spcPts val="2799"/>
              </a:lnSpc>
              <a:buFont typeface="Arial"/>
              <a:buChar char="•"/>
              <a:defRPr/>
            </a:pPr>
            <a:r>
              <a:rPr lang="en-US" sz="2000">
                <a:solidFill>
                  <a:srgbClr val="1F2020"/>
                </a:solidFill>
                <a:latin typeface="Poppins"/>
                <a:ea typeface="Poppins"/>
                <a:cs typeface="Poppins"/>
              </a:rPr>
              <a:t>Basic Analytics Engine</a:t>
            </a:r>
            <a:endParaRPr/>
          </a:p>
          <a:p>
            <a:pPr marL="431797" lvl="1" indent="-215899" algn="l">
              <a:lnSpc>
                <a:spcPts val="2799"/>
              </a:lnSpc>
              <a:buFont typeface="Arial"/>
              <a:buChar char="•"/>
              <a:defRPr/>
            </a:pPr>
            <a:r>
              <a:rPr lang="en-US" sz="2000">
                <a:solidFill>
                  <a:srgbClr val="1F2020"/>
                </a:solidFill>
                <a:latin typeface="Poppins"/>
                <a:ea typeface="Poppins"/>
                <a:cs typeface="Poppins"/>
              </a:rPr>
              <a:t>AI Generation Engine</a:t>
            </a:r>
            <a:endParaRPr/>
          </a:p>
          <a:p>
            <a:pPr algn="l">
              <a:lnSpc>
                <a:spcPts val="2799"/>
              </a:lnSpc>
              <a:spcBef>
                <a:spcPts val="0"/>
              </a:spcBef>
              <a:defRPr/>
            </a:pPr>
            <a:endParaRPr/>
          </a:p>
        </p:txBody>
      </p:sp>
      <p:sp>
        <p:nvSpPr>
          <p:cNvPr id="985648471" name="Freeform 34"/>
          <p:cNvSpPr/>
          <p:nvPr/>
        </p:nvSpPr>
        <p:spPr bwMode="auto">
          <a:xfrm rot="0" flipH="0" flipV="0">
            <a:off x="13886200" y="2599917"/>
            <a:ext cx="1138768" cy="1138768"/>
          </a:xfrm>
          <a:custGeom>
            <a:avLst/>
            <a:gdLst/>
            <a:ahLst/>
            <a:cxnLst/>
            <a:rect l="l" t="t" r="r" b="b"/>
            <a:pathLst>
              <a:path w="1138768" h="1138768" fill="norm" stroke="1" extrusionOk="0">
                <a:moveTo>
                  <a:pt x="0" y="0"/>
                </a:moveTo>
                <a:lnTo>
                  <a:pt x="1138769" y="0"/>
                </a:lnTo>
                <a:lnTo>
                  <a:pt x="1138769" y="1138769"/>
                </a:lnTo>
                <a:lnTo>
                  <a:pt x="0" y="1138769"/>
                </a:lnTo>
                <a:lnTo>
                  <a:pt x="0" y="0"/>
                </a:lnTo>
                <a:close/>
              </a:path>
            </a:pathLst>
          </a:custGeom>
          <a:blipFill>
            <a:blip r:embed="rId4"/>
            <a:srcRect l="0" t="0" r="0" b="0"/>
            <a:stretch/>
          </a:blipFill>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513889799" name="Group 2"/>
          <p:cNvGrpSpPr/>
          <p:nvPr/>
        </p:nvGrpSpPr>
        <p:grpSpPr bwMode="auto">
          <a:xfrm rot="0">
            <a:off x="2702224" y="-6441775"/>
            <a:ext cx="12883553" cy="12883553"/>
            <a:chOff x="0" y="0"/>
            <a:chExt cx="812800" cy="812800"/>
          </a:xfrm>
        </p:grpSpPr>
        <p:sp>
          <p:nvSpPr>
            <p:cNvPr id="3" name="Freeform 3"/>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8F8F8"/>
            </a:solidFill>
          </p:spPr>
        </p:sp>
        <p:sp>
          <p:nvSpPr>
            <p:cNvPr id="4" name="TextBox 4"/>
            <p:cNvSpPr txBox="1"/>
            <p:nvPr/>
          </p:nvSpPr>
          <p:spPr bwMode="auto">
            <a:xfrm>
              <a:off x="76200" y="19050"/>
              <a:ext cx="660400" cy="717550"/>
            </a:xfrm>
            <a:prstGeom prst="rect">
              <a:avLst/>
            </a:prstGeom>
            <a:grpFill/>
          </p:spPr>
          <p:txBody>
            <a:bodyPr lIns="50800" tIns="50800" rIns="50800" bIns="50800" rtlCol="0" anchor="ctr"/>
            <a:lstStyle/>
            <a:p>
              <a:pPr algn="ctr">
                <a:lnSpc>
                  <a:spcPts val="2659"/>
                </a:lnSpc>
                <a:spcBef>
                  <a:spcPts val="0"/>
                </a:spcBef>
                <a:defRPr/>
              </a:pPr>
              <a:endParaRPr/>
            </a:p>
          </p:txBody>
        </p:sp>
      </p:grpSp>
      <p:sp>
        <p:nvSpPr>
          <p:cNvPr id="822673106" name="Freeform 5"/>
          <p:cNvSpPr/>
          <p:nvPr/>
        </p:nvSpPr>
        <p:spPr bwMode="auto">
          <a:xfrm rot="0" flipH="0" flipV="0">
            <a:off x="3949019" y="-5010643"/>
            <a:ext cx="11069127" cy="11055291"/>
          </a:xfrm>
          <a:custGeom>
            <a:avLst/>
            <a:gdLst/>
            <a:ahLst/>
            <a:cxnLst/>
            <a:rect l="l" t="t" r="r" b="b"/>
            <a:pathLst>
              <a:path w="11069128" h="11055291" fill="norm" stroke="1" extrusionOk="0">
                <a:moveTo>
                  <a:pt x="0" y="0"/>
                </a:moveTo>
                <a:lnTo>
                  <a:pt x="11069128" y="0"/>
                </a:lnTo>
                <a:lnTo>
                  <a:pt x="11069128" y="11055291"/>
                </a:lnTo>
                <a:lnTo>
                  <a:pt x="0" y="11055291"/>
                </a:lnTo>
                <a:lnTo>
                  <a:pt x="0" y="0"/>
                </a:lnTo>
                <a:close/>
              </a:path>
            </a:pathLst>
          </a:custGeom>
          <a:blipFill>
            <a:blip r:embed="rId3"/>
            <a:srcRect l="0" t="0" r="0" b="0"/>
            <a:stretch/>
          </a:blipFill>
        </p:spPr>
      </p:sp>
      <p:grpSp>
        <p:nvGrpSpPr>
          <p:cNvPr id="750744728" name="Group 6"/>
          <p:cNvGrpSpPr/>
          <p:nvPr/>
        </p:nvGrpSpPr>
        <p:grpSpPr bwMode="auto">
          <a:xfrm rot="0">
            <a:off x="3690946" y="-5453054"/>
            <a:ext cx="10906108" cy="10906108"/>
            <a:chOff x="0" y="0"/>
            <a:chExt cx="812800" cy="812800"/>
          </a:xfrm>
        </p:grpSpPr>
        <p:sp>
          <p:nvSpPr>
            <p:cNvPr id="7" name="Freeform 7"/>
            <p:cNvSpPr/>
            <p:nvPr/>
          </p:nvSpPr>
          <p:spPr bwMode="auto">
            <a:xfrm rot="0" flipH="0" flipV="0">
              <a:off x="0" y="0"/>
              <a:ext cx="812800" cy="812800"/>
            </a:xfrm>
            <a:custGeom>
              <a:avLst/>
              <a:gdLst/>
              <a:ahLst/>
              <a:cxnLst/>
              <a:rect l="l" t="t" r="r" b="b"/>
              <a:pathLst>
                <a:path w="812800" h="812800" fill="norm" stroke="1" extrusionOk="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8" name="TextBox 8"/>
            <p:cNvSpPr txBox="1"/>
            <p:nvPr/>
          </p:nvSpPr>
          <p:spPr bwMode="auto">
            <a:xfrm>
              <a:off x="76200" y="19050"/>
              <a:ext cx="660400" cy="717550"/>
            </a:xfrm>
            <a:prstGeom prst="rect">
              <a:avLst/>
            </a:prstGeom>
            <a:grpFill/>
          </p:spPr>
          <p:txBody>
            <a:bodyPr lIns="50800" tIns="50800" rIns="50800" bIns="50800" rtlCol="0" anchor="ctr"/>
            <a:lstStyle/>
            <a:p>
              <a:pPr algn="ctr">
                <a:lnSpc>
                  <a:spcPts val="2659"/>
                </a:lnSpc>
                <a:spcBef>
                  <a:spcPts val="0"/>
                </a:spcBef>
                <a:defRPr/>
              </a:pPr>
              <a:endParaRPr/>
            </a:p>
          </p:txBody>
        </p:sp>
      </p:grpSp>
      <p:grpSp>
        <p:nvGrpSpPr>
          <p:cNvPr id="2014101096" name="Group 9"/>
          <p:cNvGrpSpPr/>
          <p:nvPr/>
        </p:nvGrpSpPr>
        <p:grpSpPr bwMode="auto">
          <a:xfrm rot="0">
            <a:off x="17491799" y="8458418"/>
            <a:ext cx="951769" cy="799882"/>
            <a:chOff x="0" y="0"/>
            <a:chExt cx="967140" cy="812800"/>
          </a:xfrm>
        </p:grpSpPr>
        <p:sp>
          <p:nvSpPr>
            <p:cNvPr id="10" name="Freeform 10"/>
            <p:cNvSpPr/>
            <p:nvPr/>
          </p:nvSpPr>
          <p:spPr bwMode="auto">
            <a:xfrm rot="0" flipH="0" flipV="0">
              <a:off x="0" y="0"/>
              <a:ext cx="967140" cy="812800"/>
            </a:xfrm>
            <a:custGeom>
              <a:avLst/>
              <a:gdLst/>
              <a:ahLst/>
              <a:cxnLst/>
              <a:rect l="l" t="t" r="r" b="b"/>
              <a:pathLst>
                <a:path w="967140" h="812800" fill="norm" stroke="1" extrusionOk="0">
                  <a:moveTo>
                    <a:pt x="81342" y="0"/>
                  </a:moveTo>
                  <a:lnTo>
                    <a:pt x="885798" y="0"/>
                  </a:lnTo>
                  <a:cubicBezTo>
                    <a:pt x="907371" y="0"/>
                    <a:pt x="928061" y="8570"/>
                    <a:pt x="943315" y="23825"/>
                  </a:cubicBezTo>
                  <a:cubicBezTo>
                    <a:pt x="958570" y="39079"/>
                    <a:pt x="967140" y="59769"/>
                    <a:pt x="967140" y="81342"/>
                  </a:cubicBezTo>
                  <a:lnTo>
                    <a:pt x="967140" y="731458"/>
                  </a:lnTo>
                  <a:cubicBezTo>
                    <a:pt x="967140" y="776382"/>
                    <a:pt x="930722" y="812800"/>
                    <a:pt x="885798" y="812800"/>
                  </a:cubicBezTo>
                  <a:lnTo>
                    <a:pt x="81342" y="812800"/>
                  </a:lnTo>
                  <a:cubicBezTo>
                    <a:pt x="59769" y="812800"/>
                    <a:pt x="39079" y="804230"/>
                    <a:pt x="23825" y="788975"/>
                  </a:cubicBezTo>
                  <a:cubicBezTo>
                    <a:pt x="8570" y="773721"/>
                    <a:pt x="0" y="753031"/>
                    <a:pt x="0" y="731458"/>
                  </a:cubicBezTo>
                  <a:lnTo>
                    <a:pt x="0" y="81342"/>
                  </a:lnTo>
                  <a:cubicBezTo>
                    <a:pt x="0" y="59769"/>
                    <a:pt x="8570" y="39079"/>
                    <a:pt x="23825" y="23825"/>
                  </a:cubicBezTo>
                  <a:cubicBezTo>
                    <a:pt x="39079" y="8570"/>
                    <a:pt x="59769" y="0"/>
                    <a:pt x="81342" y="0"/>
                  </a:cubicBezTo>
                  <a:close/>
                </a:path>
              </a:pathLst>
            </a:custGeom>
            <a:solidFill>
              <a:srgbClr val="3A6AD6"/>
            </a:solidFill>
          </p:spPr>
        </p:sp>
        <p:sp>
          <p:nvSpPr>
            <p:cNvPr id="11" name="TextBox 11"/>
            <p:cNvSpPr txBox="1"/>
            <p:nvPr/>
          </p:nvSpPr>
          <p:spPr bwMode="auto">
            <a:xfrm>
              <a:off x="0" y="-57150"/>
              <a:ext cx="967140" cy="869950"/>
            </a:xfrm>
            <a:prstGeom prst="rect">
              <a:avLst/>
            </a:prstGeom>
            <a:grpFill/>
          </p:spPr>
          <p:txBody>
            <a:bodyPr lIns="50800" tIns="50800" rIns="50800" bIns="50800" rtlCol="0" anchor="ctr"/>
            <a:lstStyle/>
            <a:p>
              <a:pPr algn="ctr">
                <a:lnSpc>
                  <a:spcPts val="2659"/>
                </a:lnSpc>
                <a:defRPr/>
              </a:pPr>
              <a:endParaRPr/>
            </a:p>
          </p:txBody>
        </p:sp>
      </p:grpSp>
      <p:sp>
        <p:nvSpPr>
          <p:cNvPr id="934293286" name="TextBox 12"/>
          <p:cNvSpPr txBox="1"/>
          <p:nvPr/>
        </p:nvSpPr>
        <p:spPr bwMode="auto">
          <a:xfrm rot="0">
            <a:off x="17674380" y="8710688"/>
            <a:ext cx="442747" cy="257943"/>
          </a:xfrm>
          <a:prstGeom prst="rect">
            <a:avLst/>
          </a:prstGeom>
        </p:spPr>
        <p:txBody>
          <a:bodyPr lIns="0" tIns="0" rIns="0" bIns="0" rtlCol="0" anchor="t">
            <a:spAutoFit/>
          </a:bodyPr>
          <a:lstStyle/>
          <a:p>
            <a:pPr algn="ctr">
              <a:lnSpc>
                <a:spcPts val="2057"/>
              </a:lnSpc>
              <a:spcBef>
                <a:spcPts val="0"/>
              </a:spcBef>
              <a:defRPr/>
            </a:pPr>
            <a:r>
              <a:rPr lang="en-US" sz="1450" b="1">
                <a:solidFill>
                  <a:srgbClr val="FFFFFF"/>
                </a:solidFill>
                <a:latin typeface="Poppins Bold"/>
                <a:ea typeface="Poppins Bold"/>
                <a:cs typeface="Poppins Bold"/>
              </a:rPr>
              <a:t>05</a:t>
            </a:r>
            <a:endParaRPr/>
          </a:p>
        </p:txBody>
      </p:sp>
      <p:sp>
        <p:nvSpPr>
          <p:cNvPr id="963059125" name="TextBox 13"/>
          <p:cNvSpPr txBox="1"/>
          <p:nvPr/>
        </p:nvSpPr>
        <p:spPr bwMode="auto">
          <a:xfrm rot="0">
            <a:off x="6852695" y="2879531"/>
            <a:ext cx="4582611" cy="817749"/>
          </a:xfrm>
          <a:prstGeom prst="rect">
            <a:avLst/>
          </a:prstGeom>
        </p:spPr>
        <p:txBody>
          <a:bodyPr lIns="0" tIns="0" rIns="0" bIns="0" rtlCol="0" anchor="t">
            <a:spAutoFit/>
          </a:bodyPr>
          <a:lstStyle/>
          <a:p>
            <a:pPr algn="ctr">
              <a:lnSpc>
                <a:spcPts val="6385"/>
              </a:lnSpc>
              <a:spcBef>
                <a:spcPts val="0"/>
              </a:spcBef>
              <a:defRPr/>
            </a:pPr>
            <a:r>
              <a:rPr lang="en-US" sz="4550" b="1">
                <a:solidFill>
                  <a:srgbClr val="1F2020"/>
                </a:solidFill>
                <a:latin typeface="Poppins Bold"/>
                <a:ea typeface="Poppins Bold"/>
                <a:cs typeface="Poppins Bold"/>
              </a:rPr>
              <a:t>Outcomes</a:t>
            </a:r>
            <a:endParaRPr/>
          </a:p>
        </p:txBody>
      </p:sp>
      <p:grpSp>
        <p:nvGrpSpPr>
          <p:cNvPr id="1218185501" name="Group 14"/>
          <p:cNvGrpSpPr/>
          <p:nvPr/>
        </p:nvGrpSpPr>
        <p:grpSpPr bwMode="auto">
          <a:xfrm rot="0">
            <a:off x="1001628" y="5648297"/>
            <a:ext cx="5139841" cy="2819922"/>
            <a:chOff x="0" y="0"/>
            <a:chExt cx="1052050" cy="577197"/>
          </a:xfrm>
        </p:grpSpPr>
        <p:sp>
          <p:nvSpPr>
            <p:cNvPr id="15" name="Freeform 15"/>
            <p:cNvSpPr/>
            <p:nvPr/>
          </p:nvSpPr>
          <p:spPr bwMode="auto">
            <a:xfrm rot="0" flipH="0" flipV="0">
              <a:off x="0" y="0"/>
              <a:ext cx="1052050" cy="577197"/>
            </a:xfrm>
            <a:custGeom>
              <a:avLst/>
              <a:gdLst/>
              <a:ahLst/>
              <a:cxnLst/>
              <a:rect l="l" t="t" r="r" b="b"/>
              <a:pathLst>
                <a:path w="1052050" h="577197" fill="norm" stroke="1" extrusionOk="0">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F8F8F8"/>
            </a:solidFill>
          </p:spPr>
        </p:sp>
        <p:sp>
          <p:nvSpPr>
            <p:cNvPr id="16" name="TextBox 16"/>
            <p:cNvSpPr txBox="1"/>
            <p:nvPr/>
          </p:nvSpPr>
          <p:spPr bwMode="auto">
            <a:xfrm>
              <a:off x="0" y="-57150"/>
              <a:ext cx="1052050" cy="634347"/>
            </a:xfrm>
            <a:prstGeom prst="rect">
              <a:avLst/>
            </a:prstGeom>
            <a:grpFill/>
          </p:spPr>
          <p:txBody>
            <a:bodyPr lIns="47086" tIns="47086" rIns="47086" bIns="47086" rtlCol="0" anchor="ctr"/>
            <a:lstStyle/>
            <a:p>
              <a:pPr algn="ctr">
                <a:lnSpc>
                  <a:spcPts val="2659"/>
                </a:lnSpc>
                <a:defRPr/>
              </a:pPr>
              <a:endParaRPr/>
            </a:p>
          </p:txBody>
        </p:sp>
      </p:grpSp>
      <p:sp>
        <p:nvSpPr>
          <p:cNvPr id="827048932" name="TextBox 17"/>
          <p:cNvSpPr txBox="1"/>
          <p:nvPr/>
        </p:nvSpPr>
        <p:spPr bwMode="auto">
          <a:xfrm rot="0">
            <a:off x="1381349" y="5881246"/>
            <a:ext cx="3747195" cy="442728"/>
          </a:xfrm>
          <a:prstGeom prst="rect">
            <a:avLst/>
          </a:prstGeom>
        </p:spPr>
        <p:txBody>
          <a:bodyPr lIns="0" tIns="0" rIns="0" bIns="0" rtlCol="0" anchor="t">
            <a:spAutoFit/>
          </a:bodyPr>
          <a:lstStyle/>
          <a:p>
            <a:pPr algn="l">
              <a:lnSpc>
                <a:spcPts val="3422"/>
              </a:lnSpc>
              <a:spcBef>
                <a:spcPts val="0"/>
              </a:spcBef>
              <a:defRPr/>
            </a:pPr>
            <a:r>
              <a:rPr lang="en-US" sz="2450" b="1">
                <a:solidFill>
                  <a:srgbClr val="3A6AD6"/>
                </a:solidFill>
                <a:latin typeface="Poppins Bold"/>
                <a:ea typeface="Poppins Bold"/>
                <a:cs typeface="Poppins Bold"/>
              </a:rPr>
              <a:t>Expected Deliverables</a:t>
            </a:r>
            <a:endParaRPr/>
          </a:p>
        </p:txBody>
      </p:sp>
      <p:sp>
        <p:nvSpPr>
          <p:cNvPr id="1884988014" name="TextBox 18"/>
          <p:cNvSpPr txBox="1"/>
          <p:nvPr/>
        </p:nvSpPr>
        <p:spPr bwMode="auto">
          <a:xfrm rot="0">
            <a:off x="1381349" y="6589364"/>
            <a:ext cx="3665189" cy="2098675"/>
          </a:xfrm>
          <a:prstGeom prst="rect">
            <a:avLst/>
          </a:prstGeom>
        </p:spPr>
        <p:txBody>
          <a:bodyPr lIns="0" tIns="0" rIns="0" bIns="0" rtlCol="0" anchor="t">
            <a:spAutoFit/>
          </a:bodyPr>
          <a:lstStyle/>
          <a:p>
            <a:pPr marL="367029" lvl="1" indent="-183514" algn="l">
              <a:lnSpc>
                <a:spcPts val="2379"/>
              </a:lnSpc>
              <a:buFont typeface="Arial"/>
              <a:buChar char="•"/>
              <a:defRPr/>
            </a:pPr>
            <a:r>
              <a:rPr lang="en-US" sz="1700">
                <a:solidFill>
                  <a:srgbClr val="1F2020"/>
                </a:solidFill>
                <a:latin typeface="Poppins"/>
                <a:ea typeface="Poppins"/>
                <a:cs typeface="Poppins"/>
              </a:rPr>
              <a:t>Functional mobile app (Android/iOS, Web)</a:t>
            </a:r>
            <a:endParaRPr/>
          </a:p>
          <a:p>
            <a:pPr marL="367029" lvl="1" indent="-183514" algn="l">
              <a:lnSpc>
                <a:spcPts val="2379"/>
              </a:lnSpc>
              <a:buFont typeface="Arial"/>
              <a:buChar char="•"/>
              <a:defRPr/>
            </a:pPr>
            <a:r>
              <a:rPr lang="en-US" sz="1700">
                <a:solidFill>
                  <a:srgbClr val="1F2020"/>
                </a:solidFill>
                <a:latin typeface="Poppins"/>
                <a:ea typeface="Poppins"/>
                <a:cs typeface="Poppins"/>
              </a:rPr>
              <a:t>Flashcard and quiz management + smart reminders</a:t>
            </a:r>
            <a:endParaRPr/>
          </a:p>
          <a:p>
            <a:pPr marL="367029" lvl="1" indent="-183514" algn="l">
              <a:lnSpc>
                <a:spcPts val="2379"/>
              </a:lnSpc>
              <a:buFont typeface="Arial"/>
              <a:buChar char="•"/>
              <a:defRPr/>
            </a:pPr>
            <a:r>
              <a:rPr lang="en-US" sz="1700">
                <a:solidFill>
                  <a:srgbClr val="1F2020"/>
                </a:solidFill>
                <a:latin typeface="Poppins"/>
                <a:ea typeface="Poppins"/>
                <a:cs typeface="Poppins"/>
              </a:rPr>
              <a:t>Progress tracking with insights</a:t>
            </a:r>
            <a:endParaRPr/>
          </a:p>
          <a:p>
            <a:pPr algn="l">
              <a:lnSpc>
                <a:spcPts val="2519"/>
              </a:lnSpc>
              <a:spcBef>
                <a:spcPts val="0"/>
              </a:spcBef>
              <a:defRPr/>
            </a:pPr>
            <a:endParaRPr/>
          </a:p>
        </p:txBody>
      </p:sp>
      <p:grpSp>
        <p:nvGrpSpPr>
          <p:cNvPr id="912641697" name="Group 19"/>
          <p:cNvGrpSpPr/>
          <p:nvPr/>
        </p:nvGrpSpPr>
        <p:grpSpPr bwMode="auto">
          <a:xfrm rot="0">
            <a:off x="12534539" y="5648297"/>
            <a:ext cx="5139841" cy="2819922"/>
            <a:chOff x="0" y="0"/>
            <a:chExt cx="1052050" cy="577197"/>
          </a:xfrm>
        </p:grpSpPr>
        <p:sp>
          <p:nvSpPr>
            <p:cNvPr id="20" name="Freeform 20"/>
            <p:cNvSpPr/>
            <p:nvPr/>
          </p:nvSpPr>
          <p:spPr bwMode="auto">
            <a:xfrm rot="0" flipH="0" flipV="0">
              <a:off x="0" y="0"/>
              <a:ext cx="1052050" cy="577197"/>
            </a:xfrm>
            <a:custGeom>
              <a:avLst/>
              <a:gdLst/>
              <a:ahLst/>
              <a:cxnLst/>
              <a:rect l="l" t="t" r="r" b="b"/>
              <a:pathLst>
                <a:path w="1052050" h="577197" fill="norm" stroke="1" extrusionOk="0">
                  <a:moveTo>
                    <a:pt x="75313" y="0"/>
                  </a:moveTo>
                  <a:lnTo>
                    <a:pt x="976737" y="0"/>
                  </a:lnTo>
                  <a:cubicBezTo>
                    <a:pt x="1018332" y="0"/>
                    <a:pt x="1052050" y="33719"/>
                    <a:pt x="1052050" y="75313"/>
                  </a:cubicBezTo>
                  <a:lnTo>
                    <a:pt x="1052050" y="501884"/>
                  </a:lnTo>
                  <a:cubicBezTo>
                    <a:pt x="1052050" y="543478"/>
                    <a:pt x="1018332" y="577197"/>
                    <a:pt x="976737" y="577197"/>
                  </a:cubicBezTo>
                  <a:lnTo>
                    <a:pt x="75313" y="577197"/>
                  </a:lnTo>
                  <a:cubicBezTo>
                    <a:pt x="33719" y="577197"/>
                    <a:pt x="0" y="543478"/>
                    <a:pt x="0" y="501884"/>
                  </a:cubicBezTo>
                  <a:lnTo>
                    <a:pt x="0" y="75313"/>
                  </a:lnTo>
                  <a:cubicBezTo>
                    <a:pt x="0" y="33719"/>
                    <a:pt x="33719" y="0"/>
                    <a:pt x="75313" y="0"/>
                  </a:cubicBezTo>
                  <a:close/>
                </a:path>
              </a:pathLst>
            </a:custGeom>
            <a:solidFill>
              <a:srgbClr val="3A6AD6"/>
            </a:solidFill>
          </p:spPr>
        </p:sp>
        <p:sp>
          <p:nvSpPr>
            <p:cNvPr id="21" name="TextBox 21"/>
            <p:cNvSpPr txBox="1"/>
            <p:nvPr/>
          </p:nvSpPr>
          <p:spPr bwMode="auto">
            <a:xfrm>
              <a:off x="0" y="-57150"/>
              <a:ext cx="1052050" cy="634347"/>
            </a:xfrm>
            <a:prstGeom prst="rect">
              <a:avLst/>
            </a:prstGeom>
            <a:grpFill/>
          </p:spPr>
          <p:txBody>
            <a:bodyPr lIns="47086" tIns="47086" rIns="47086" bIns="47086" rtlCol="0" anchor="ctr"/>
            <a:lstStyle/>
            <a:p>
              <a:pPr algn="ctr">
                <a:lnSpc>
                  <a:spcPts val="2659"/>
                </a:lnSpc>
                <a:defRPr/>
              </a:pPr>
              <a:endParaRPr/>
            </a:p>
          </p:txBody>
        </p:sp>
      </p:grpSp>
      <p:sp>
        <p:nvSpPr>
          <p:cNvPr id="1627925101" name="TextBox 22"/>
          <p:cNvSpPr txBox="1"/>
          <p:nvPr/>
        </p:nvSpPr>
        <p:spPr bwMode="auto">
          <a:xfrm rot="0">
            <a:off x="12984364" y="5857459"/>
            <a:ext cx="4022742" cy="442728"/>
          </a:xfrm>
          <a:prstGeom prst="rect">
            <a:avLst/>
          </a:prstGeom>
        </p:spPr>
        <p:txBody>
          <a:bodyPr lIns="0" tIns="0" rIns="0" bIns="0" rtlCol="0" anchor="t">
            <a:spAutoFit/>
          </a:bodyPr>
          <a:lstStyle/>
          <a:p>
            <a:pPr algn="l">
              <a:lnSpc>
                <a:spcPts val="3422"/>
              </a:lnSpc>
              <a:spcBef>
                <a:spcPts val="0"/>
              </a:spcBef>
              <a:defRPr/>
            </a:pPr>
            <a:r>
              <a:rPr lang="en-US" sz="2450" b="1">
                <a:solidFill>
                  <a:srgbClr val="FFFFFF"/>
                </a:solidFill>
                <a:latin typeface="Poppins Bold"/>
                <a:ea typeface="Poppins Bold"/>
                <a:cs typeface="Poppins Bold"/>
              </a:rPr>
              <a:t>Impact for Students</a:t>
            </a:r>
            <a:endParaRPr/>
          </a:p>
        </p:txBody>
      </p:sp>
      <p:sp>
        <p:nvSpPr>
          <p:cNvPr id="2134704559" name="TextBox 23"/>
          <p:cNvSpPr txBox="1"/>
          <p:nvPr/>
        </p:nvSpPr>
        <p:spPr bwMode="auto">
          <a:xfrm rot="0">
            <a:off x="12813154" y="6484934"/>
            <a:ext cx="3757038" cy="1882775"/>
          </a:xfrm>
          <a:prstGeom prst="rect">
            <a:avLst/>
          </a:prstGeom>
        </p:spPr>
        <p:txBody>
          <a:bodyPr lIns="0" tIns="0" rIns="0" bIns="0" rtlCol="0" anchor="t">
            <a:spAutoFit/>
          </a:bodyPr>
          <a:lstStyle/>
          <a:p>
            <a:pPr marL="367029" lvl="1" indent="-183514" algn="l">
              <a:lnSpc>
                <a:spcPts val="2379"/>
              </a:lnSpc>
              <a:buFont typeface="Arial"/>
              <a:buChar char="•"/>
              <a:defRPr/>
            </a:pPr>
            <a:r>
              <a:rPr lang="en-US" sz="1700">
                <a:solidFill>
                  <a:srgbClr val="FFFFFF"/>
                </a:solidFill>
                <a:latin typeface="Poppins"/>
                <a:ea typeface="Poppins"/>
                <a:cs typeface="Poppins"/>
              </a:rPr>
              <a:t>Smarter studying &amp; better retention</a:t>
            </a:r>
            <a:endParaRPr/>
          </a:p>
          <a:p>
            <a:pPr marL="367029" lvl="1" indent="-183514" algn="l">
              <a:lnSpc>
                <a:spcPts val="2379"/>
              </a:lnSpc>
              <a:buFont typeface="Arial"/>
              <a:buChar char="•"/>
              <a:defRPr/>
            </a:pPr>
            <a:r>
              <a:rPr lang="en-US" sz="1700">
                <a:solidFill>
                  <a:srgbClr val="FFFFFF"/>
                </a:solidFill>
                <a:latin typeface="Poppins"/>
                <a:ea typeface="Poppins"/>
                <a:cs typeface="Poppins"/>
              </a:rPr>
              <a:t>Time-efficient revision</a:t>
            </a:r>
            <a:endParaRPr/>
          </a:p>
          <a:p>
            <a:pPr marL="367029" lvl="1" indent="-183514" algn="l">
              <a:lnSpc>
                <a:spcPts val="2379"/>
              </a:lnSpc>
              <a:buFont typeface="Arial"/>
              <a:buChar char="•"/>
              <a:defRPr/>
            </a:pPr>
            <a:r>
              <a:rPr lang="en-US" sz="1700">
                <a:solidFill>
                  <a:srgbClr val="FFFFFF"/>
                </a:solidFill>
                <a:latin typeface="Poppins"/>
                <a:ea typeface="Poppins"/>
                <a:cs typeface="Poppins"/>
              </a:rPr>
              <a:t>Personalized, stress-free learning</a:t>
            </a:r>
            <a:endParaRPr/>
          </a:p>
          <a:p>
            <a:pPr algn="l">
              <a:lnSpc>
                <a:spcPts val="3218"/>
              </a:lnSpc>
              <a:spcBef>
                <a:spcPts val="0"/>
              </a:spcBef>
              <a:defRPr/>
            </a:pPr>
            <a:endParaRPr/>
          </a:p>
        </p:txBody>
      </p:sp>
      <p:sp>
        <p:nvSpPr>
          <p:cNvPr id="711219901" name="Freeform 24"/>
          <p:cNvSpPr/>
          <p:nvPr/>
        </p:nvSpPr>
        <p:spPr bwMode="auto">
          <a:xfrm rot="0" flipH="0" flipV="0">
            <a:off x="8574616" y="1537480"/>
            <a:ext cx="1138768" cy="1138768"/>
          </a:xfrm>
          <a:custGeom>
            <a:avLst/>
            <a:gdLst/>
            <a:ahLst/>
            <a:cxnLst/>
            <a:rect l="l" t="t" r="r" b="b"/>
            <a:pathLst>
              <a:path w="1138768" h="1138768" fill="norm" stroke="1" extrusionOk="0">
                <a:moveTo>
                  <a:pt x="0" y="0"/>
                </a:moveTo>
                <a:lnTo>
                  <a:pt x="1138768" y="0"/>
                </a:lnTo>
                <a:lnTo>
                  <a:pt x="1138768" y="1138769"/>
                </a:lnTo>
                <a:lnTo>
                  <a:pt x="0" y="1138769"/>
                </a:lnTo>
                <a:lnTo>
                  <a:pt x="0" y="0"/>
                </a:lnTo>
                <a:close/>
              </a:path>
            </a:pathLst>
          </a:custGeom>
          <a:blipFill>
            <a:blip r:embed="rId4"/>
            <a:srcRect l="0" t="0" r="0" b="0"/>
            <a:stretch/>
          </a:blipFill>
        </p:spPr>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ONLYOFFICE/9.0.3.29</Application>
  <PresentationFormat>On-screen Show (4:3)</PresentationFormat>
  <Paragraphs>0</Paragraphs>
  <Slides>5</Slides>
  <Notes>5</Notes>
  <HiddenSlides>0</HiddenSlides>
  <MMClips>2</MMClips>
  <ScaleCrop>0</ScaleCrop>
  <HeadingPairs>
    <vt:vector size="4" baseType="variant">
      <vt:variant>
        <vt:lpstr>Theme</vt:lpstr>
      </vt:variant>
      <vt:variant>
        <vt:i4>1</vt:i4>
      </vt:variant>
      <vt:variant>
        <vt:lpstr>Slide Titles</vt:lpstr>
      </vt:variant>
      <vt:variant>
        <vt:i4>5</vt:i4>
      </vt:variant>
    </vt:vector>
  </HeadingPairs>
  <TitlesOfParts>
    <vt:vector size="6" baseType="lpstr">
      <vt:lpstr>Theme 1</vt:lpstr>
      <vt:lpstr>Slide 1</vt:lpstr>
      <vt:lpstr>Slide 2</vt:lpstr>
      <vt:lpstr>Slide 3</vt:lpstr>
      <vt:lpstr>Slide 4</vt:lpstr>
      <vt:lpstr>Slide 5</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Flash Pitch Deck Presentation</dc:title>
  <dc:identifier>DAGzX-5egoQ</dc:identifier>
  <cp:lastModifiedBy/>
  <cp:revision>3</cp:revision>
  <dcterms:created xsi:type="dcterms:W3CDTF">2006-08-16T00:00:00Z</dcterms:created>
  <dcterms:modified xsi:type="dcterms:W3CDTF">2025-09-19T10:00:11Z</dcterms:modified>
</cp:coreProperties>
</file>